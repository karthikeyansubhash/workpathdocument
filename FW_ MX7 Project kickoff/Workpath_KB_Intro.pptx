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4"/>
    <p:sldMasterId id="2147483759" r:id="rId5"/>
  </p:sldMasterIdLst>
  <p:notesMasterIdLst>
    <p:notesMasterId r:id="rId12"/>
  </p:notesMasterIdLst>
  <p:sldIdLst>
    <p:sldId id="2147483486" r:id="rId6"/>
    <p:sldId id="2147483488" r:id="rId7"/>
    <p:sldId id="2147483490" r:id="rId8"/>
    <p:sldId id="2147483493" r:id="rId9"/>
    <p:sldId id="2147483492" r:id="rId10"/>
    <p:sldId id="2147483494"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2C50D12-EAC5-294A-E627-1614EE3BC7EF}" name="Han, Harris (한호성 A3&amp;LaserOEM FW Lab)" initials="HH" userId="S::harris@hp.com::32b6c490-30a7-4ca4-9f64-2f89e0aa17a0" providerId="AD"/>
  <p188:author id="{2F4BDA6F-1738-1CC2-D51B-F6CA0A49E6AC}" name="CHUNG, JAMES" initials="CJ" userId="S::hoijung.chung@hp.com::5ebca8bd-7be5-4bb2-ae46-8a2f5aef33c8" providerId="AD"/>
  <p188:author id="{3F8FBE84-EF15-B9A2-6BE1-2C96563547AD}" name="Garcia, Eduardo (VP of Office Product Development&amp;Interim Value Biz)" initials="EG" userId="S::eduardo.garcia@hp.com::6c3c5d8a-4900-46c8-9912-c3119def8065" providerId="AD"/>
  <p188:author id="{A54D0E8D-1D3D-FF59-3C00-F3CD55C7C680}" name="LEE, JAECHUL" initials="LJ" userId="S::jaechul.lee@hp.com::adf92cf8-dc3c-4143-be20-f16f813095e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D8FC"/>
    <a:srgbClr val="CCE2FD"/>
    <a:srgbClr val="FFECB2"/>
    <a:srgbClr val="B9D3F9"/>
    <a:srgbClr val="0070C0"/>
    <a:srgbClr val="80A4EC"/>
    <a:srgbClr val="EEF2FF"/>
    <a:srgbClr val="ECFEFF"/>
    <a:srgbClr val="06B6D4"/>
    <a:srgbClr val="7935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1CB01-570F-4A6D-B2AF-EB2BE91B205C}" v="657" dt="2026-01-07T01:03:04.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보통 스타일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2833802-FEF1-4C79-8D5D-14CF1EAF98D9}" styleName="밝은 스타일 2 - 강조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14" autoAdjust="0"/>
    <p:restoredTop sz="94660"/>
  </p:normalViewPr>
  <p:slideViewPr>
    <p:cSldViewPr snapToGrid="0">
      <p:cViewPr varScale="1">
        <p:scale>
          <a:sx n="79" d="100"/>
          <a:sy n="79" d="100"/>
        </p:scale>
        <p:origin x="1243" y="28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796E3-BFDF-4173-8AD5-25D70A5103AE}" type="datetimeFigureOut">
              <a:rPr lang="ko-KR" altLang="en-US" smtClean="0"/>
              <a:t>2026-03-18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ltLang="ko-KR"/>
              <a:t>f</a:t>
            </a:r>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1E6B8C-0C5B-49E4-9AA3-22726DACC6D0}" type="slidenum">
              <a:rPr lang="ko-KR" altLang="en-US" smtClean="0"/>
              <a:t>‹#›</a:t>
            </a:fld>
            <a:endParaRPr lang="ko-KR" altLang="en-US"/>
          </a:p>
        </p:txBody>
      </p:sp>
    </p:spTree>
    <p:extLst>
      <p:ext uri="{BB962C8B-B14F-4D97-AF65-F5344CB8AC3E}">
        <p14:creationId xmlns:p14="http://schemas.microsoft.com/office/powerpoint/2010/main" val="416436803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1</a:t>
            </a:fld>
            <a:endParaRPr lang="ko-KR" altLang="en-US"/>
          </a:p>
        </p:txBody>
      </p:sp>
    </p:spTree>
    <p:extLst>
      <p:ext uri="{BB962C8B-B14F-4D97-AF65-F5344CB8AC3E}">
        <p14:creationId xmlns:p14="http://schemas.microsoft.com/office/powerpoint/2010/main" val="67728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2</a:t>
            </a:fld>
            <a:endParaRPr lang="ko-KR" altLang="en-US"/>
          </a:p>
        </p:txBody>
      </p:sp>
    </p:spTree>
    <p:extLst>
      <p:ext uri="{BB962C8B-B14F-4D97-AF65-F5344CB8AC3E}">
        <p14:creationId xmlns:p14="http://schemas.microsoft.com/office/powerpoint/2010/main" val="642054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3</a:t>
            </a:fld>
            <a:endParaRPr lang="ko-KR" altLang="en-US"/>
          </a:p>
        </p:txBody>
      </p:sp>
    </p:spTree>
    <p:extLst>
      <p:ext uri="{BB962C8B-B14F-4D97-AF65-F5344CB8AC3E}">
        <p14:creationId xmlns:p14="http://schemas.microsoft.com/office/powerpoint/2010/main" val="3074786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4</a:t>
            </a:fld>
            <a:endParaRPr lang="ko-KR" altLang="en-US"/>
          </a:p>
        </p:txBody>
      </p:sp>
    </p:spTree>
    <p:extLst>
      <p:ext uri="{BB962C8B-B14F-4D97-AF65-F5344CB8AC3E}">
        <p14:creationId xmlns:p14="http://schemas.microsoft.com/office/powerpoint/2010/main" val="3104066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5</a:t>
            </a:fld>
            <a:endParaRPr lang="ko-KR" altLang="en-US"/>
          </a:p>
        </p:txBody>
      </p:sp>
    </p:spTree>
    <p:extLst>
      <p:ext uri="{BB962C8B-B14F-4D97-AF65-F5344CB8AC3E}">
        <p14:creationId xmlns:p14="http://schemas.microsoft.com/office/powerpoint/2010/main" val="3832974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6</a:t>
            </a:fld>
            <a:endParaRPr lang="ko-KR" altLang="en-US"/>
          </a:p>
        </p:txBody>
      </p:sp>
    </p:spTree>
    <p:extLst>
      <p:ext uri="{BB962C8B-B14F-4D97-AF65-F5344CB8AC3E}">
        <p14:creationId xmlns:p14="http://schemas.microsoft.com/office/powerpoint/2010/main" val="1637467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ith White Title">
    <p:bg>
      <p:bgPr>
        <a:solidFill>
          <a:schemeClr val="accent4"/>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4E1E442-EA91-4CF2-A76A-A72CA1E32CAF}"/>
              </a:ext>
            </a:extLst>
          </p:cNvPr>
          <p:cNvSpPr>
            <a:spLocks noGrp="1"/>
          </p:cNvSpPr>
          <p:nvPr>
            <p:ph type="pic" sz="quarter" idx="10" hasCustomPrompt="1"/>
          </p:nvPr>
        </p:nvSpPr>
        <p:spPr>
          <a:xfrm>
            <a:off x="0" y="0"/>
            <a:ext cx="12192000" cy="6858000"/>
          </a:xfrm>
          <a:solidFill>
            <a:schemeClr val="bg1">
              <a:lumMod val="65000"/>
            </a:schemeClr>
          </a:solidFill>
        </p:spPr>
        <p:txBody>
          <a:bodyPr tIns="3840480"/>
          <a:lstStyle>
            <a:lvl1pPr marL="0" indent="0" algn="ctr">
              <a:buNone/>
              <a:defRPr sz="1600">
                <a:solidFill>
                  <a:schemeClr val="bg1"/>
                </a:solidFill>
              </a:defRPr>
            </a:lvl1pPr>
          </a:lstStyle>
          <a:p>
            <a:r>
              <a:rPr lang="en-US"/>
              <a:t>Click icon to add photo</a:t>
            </a:r>
          </a:p>
        </p:txBody>
      </p:sp>
      <p:sp>
        <p:nvSpPr>
          <p:cNvPr id="16" name="Text Placeholder 3">
            <a:extLst>
              <a:ext uri="{FF2B5EF4-FFF2-40B4-BE49-F238E27FC236}">
                <a16:creationId xmlns:a16="http://schemas.microsoft.com/office/drawing/2014/main" id="{F876A7DA-F8C7-EB4B-BCB0-CA9AB969E8D1}"/>
              </a:ext>
            </a:extLst>
          </p:cNvPr>
          <p:cNvSpPr>
            <a:spLocks noGrp="1"/>
          </p:cNvSpPr>
          <p:nvPr>
            <p:ph type="body" sz="quarter" idx="15" hasCustomPrompt="1"/>
          </p:nvPr>
        </p:nvSpPr>
        <p:spPr bwMode="gray">
          <a:xfrm>
            <a:off x="249583" y="2337708"/>
            <a:ext cx="11612880" cy="396172"/>
          </a:xfrm>
          <a:ln>
            <a:noFill/>
          </a:ln>
        </p:spPr>
        <p:txBody>
          <a:bodyPr>
            <a:noAutofit/>
          </a:bodyPr>
          <a:lstStyle>
            <a:lvl1pPr marL="0" indent="0">
              <a:buNone/>
              <a:defRPr sz="2800">
                <a:solidFill>
                  <a:schemeClr val="bg1"/>
                </a:solidFill>
                <a:latin typeface="+mn-lt"/>
              </a:defRPr>
            </a:lvl1pPr>
          </a:lstStyle>
          <a:p>
            <a:pPr lvl="0"/>
            <a:r>
              <a:rPr lang="en-US"/>
              <a:t>Presenter Name</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gray">
          <a:xfrm>
            <a:off x="249583" y="113157"/>
            <a:ext cx="11612880" cy="2607601"/>
          </a:xfrm>
          <a:ln>
            <a:noFill/>
          </a:ln>
        </p:spPr>
        <p:txBody>
          <a:bodyPr anchor="t" anchorCtr="0"/>
          <a:lstStyle>
            <a:lvl1pPr marL="0" indent="0">
              <a:lnSpc>
                <a:spcPct val="85000"/>
              </a:lnSpc>
              <a:buNone/>
              <a:defRPr sz="8000">
                <a:solidFill>
                  <a:schemeClr val="bg1"/>
                </a:solidFill>
                <a:latin typeface="+mj-lt"/>
              </a:defRPr>
            </a:lvl1pPr>
          </a:lstStyle>
          <a:p>
            <a:pPr lvl="0"/>
            <a:r>
              <a:rPr lang="en-US"/>
              <a:t>Presentation Title with Carryover Line of Copy</a:t>
            </a:r>
          </a:p>
        </p:txBody>
      </p:sp>
      <p:sp>
        <p:nvSpPr>
          <p:cNvPr id="3" name="Text Placeholder 2">
            <a:extLst>
              <a:ext uri="{FF2B5EF4-FFF2-40B4-BE49-F238E27FC236}">
                <a16:creationId xmlns:a16="http://schemas.microsoft.com/office/drawing/2014/main" id="{1B5A7BCA-4CC1-46BF-BE48-FB8B0628E96E}"/>
              </a:ext>
            </a:extLst>
          </p:cNvPr>
          <p:cNvSpPr>
            <a:spLocks noGrp="1"/>
          </p:cNvSpPr>
          <p:nvPr>
            <p:ph type="body" sz="quarter" idx="18" hasCustomPrompt="1"/>
          </p:nvPr>
        </p:nvSpPr>
        <p:spPr bwMode="gray">
          <a:xfrm>
            <a:off x="249583" y="2806023"/>
            <a:ext cx="11612880" cy="399093"/>
          </a:xfrm>
        </p:spPr>
        <p:txBody>
          <a:bodyPr/>
          <a:lstStyle>
            <a:lvl1pPr marL="0" indent="0">
              <a:buNone/>
              <a:defRPr sz="2000">
                <a:solidFill>
                  <a:schemeClr val="bg1"/>
                </a:solidFill>
              </a:defRPr>
            </a:lvl1pPr>
          </a:lstStyle>
          <a:p>
            <a:pPr lvl="0"/>
            <a:r>
              <a:rPr lang="en-US"/>
              <a:t>Presenter Title</a:t>
            </a:r>
          </a:p>
        </p:txBody>
      </p:sp>
    </p:spTree>
    <p:extLst>
      <p:ext uri="{BB962C8B-B14F-4D97-AF65-F5344CB8AC3E}">
        <p14:creationId xmlns:p14="http://schemas.microsoft.com/office/powerpoint/2010/main" val="352125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userDrawn="1"/>
        </p:nvSpPr>
        <p:spPr bwMode="ltGray">
          <a:xfrm>
            <a:off x="0" y="3"/>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solidFill>
                <a:schemeClr val="tx1"/>
              </a:solidFill>
            </a:endParaRP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11" y="397386"/>
            <a:ext cx="11612880" cy="600934"/>
          </a:xfrm>
        </p:spPr>
        <p:txBody>
          <a:bodyPr wrap="square" tIns="0" rIns="0" bIns="0">
            <a:spAutoFit/>
          </a:bodyPr>
          <a:lstStyle>
            <a:lvl1pPr>
              <a:defRPr sz="4400">
                <a:solidFill>
                  <a:schemeClr val="tx1"/>
                </a:solidFill>
                <a:latin typeface="+mj-lt"/>
              </a:defRPr>
            </a:lvl1pPr>
          </a:lstStyle>
          <a:p>
            <a:r>
              <a:rPr lang="en-US"/>
              <a:t>Title</a:t>
            </a:r>
          </a:p>
        </p:txBody>
      </p:sp>
      <p:sp>
        <p:nvSpPr>
          <p:cNvPr id="9" name="Slide Number Placeholder 6">
            <a:extLst>
              <a:ext uri="{FF2B5EF4-FFF2-40B4-BE49-F238E27FC236}">
                <a16:creationId xmlns:a16="http://schemas.microsoft.com/office/drawing/2014/main" id="{76155E8A-7EA8-4AD6-AF57-B7E67197C581}"/>
              </a:ext>
            </a:extLst>
          </p:cNvPr>
          <p:cNvSpPr>
            <a:spLocks noGrp="1"/>
          </p:cNvSpPr>
          <p:nvPr>
            <p:ph type="sldNum" sz="quarter" idx="12"/>
          </p:nvPr>
        </p:nvSpPr>
        <p:spPr>
          <a:xfrm>
            <a:off x="298452" y="6456990"/>
            <a:ext cx="252409" cy="154017"/>
          </a:xfrm>
          <a:prstGeom prst="rect">
            <a:avLst/>
          </a:prstGeom>
        </p:spPr>
        <p:txBody>
          <a:bodyPr lIns="0" tIns="0" rIns="0" bIns="0" anchor="ctr" anchorCtr="0">
            <a:spAutoFit/>
          </a:bodyPr>
          <a:lstStyle>
            <a:lvl1pPr>
              <a:defRPr sz="1001">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10" name="Footer Placeholder 4">
            <a:extLst>
              <a:ext uri="{FF2B5EF4-FFF2-40B4-BE49-F238E27FC236}">
                <a16:creationId xmlns:a16="http://schemas.microsoft.com/office/drawing/2014/main" id="{0FD99E2E-71CB-490D-A000-36D13BBF91FB}"/>
              </a:ext>
            </a:extLst>
          </p:cNvPr>
          <p:cNvSpPr>
            <a:spLocks noGrp="1"/>
          </p:cNvSpPr>
          <p:nvPr>
            <p:ph type="ftr" sz="quarter" idx="3"/>
          </p:nvPr>
        </p:nvSpPr>
        <p:spPr>
          <a:xfrm>
            <a:off x="621389" y="6462333"/>
            <a:ext cx="2489464" cy="154017"/>
          </a:xfrm>
          <a:prstGeom prst="rect">
            <a:avLst/>
          </a:prstGeom>
        </p:spPr>
        <p:txBody>
          <a:bodyPr vert="horz" lIns="0" tIns="0" rIns="0" bIns="0" rtlCol="0" anchor="b" anchorCtr="0"/>
          <a:lstStyle>
            <a:lvl1pPr algn="l">
              <a:defRPr sz="1001">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1394742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mp; Content">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DD02BB2-A349-B449-B34B-9F8A7EDCAE6A}"/>
              </a:ext>
            </a:extLst>
          </p:cNvPr>
          <p:cNvSpPr/>
          <p:nvPr userDrawn="1"/>
        </p:nvSpPr>
        <p:spPr bwMode="ltGray">
          <a:xfrm>
            <a:off x="0" y="3"/>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6"/>
            <a:ext cx="11612880" cy="600934"/>
          </a:xfrm>
        </p:spPr>
        <p:txBody>
          <a:bodyPr wrap="square" tIns="0" rIns="0" bIns="0">
            <a:spAutoFit/>
          </a:bodyPr>
          <a:lstStyle>
            <a:lvl1pPr>
              <a:defRPr sz="4400">
                <a:solidFill>
                  <a:schemeClr val="tx1"/>
                </a:solidFill>
                <a:latin typeface="+mj-lt"/>
              </a:defRPr>
            </a:lvl1pPr>
          </a:lstStyle>
          <a:p>
            <a:r>
              <a:rPr lang="en-US"/>
              <a:t>Title</a:t>
            </a:r>
          </a:p>
        </p:txBody>
      </p:sp>
      <p:sp>
        <p:nvSpPr>
          <p:cNvPr id="16" name="Rectangle 15">
            <a:extLst>
              <a:ext uri="{FF2B5EF4-FFF2-40B4-BE49-F238E27FC236}">
                <a16:creationId xmlns:a16="http://schemas.microsoft.com/office/drawing/2014/main" id="{1E43C2B4-9830-CE46-A39E-B560CDCB4753}"/>
              </a:ext>
            </a:extLst>
          </p:cNvPr>
          <p:cNvSpPr/>
          <p:nvPr userDrawn="1"/>
        </p:nvSpPr>
        <p:spPr bwMode="ltGray">
          <a:xfrm>
            <a:off x="0" y="1295401"/>
            <a:ext cx="12192000" cy="889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17" name="Text Placeholder 9">
            <a:extLst>
              <a:ext uri="{FF2B5EF4-FFF2-40B4-BE49-F238E27FC236}">
                <a16:creationId xmlns:a16="http://schemas.microsoft.com/office/drawing/2014/main" id="{DF28EDDF-AD99-7C44-B415-989893C46A43}"/>
              </a:ext>
            </a:extLst>
          </p:cNvPr>
          <p:cNvSpPr>
            <a:spLocks noGrp="1"/>
          </p:cNvSpPr>
          <p:nvPr>
            <p:ph type="body" sz="quarter" idx="15" hasCustomPrompt="1"/>
          </p:nvPr>
        </p:nvSpPr>
        <p:spPr>
          <a:xfrm>
            <a:off x="296828" y="1565559"/>
            <a:ext cx="11612880" cy="348685"/>
          </a:xfrm>
        </p:spPr>
        <p:txBody>
          <a:bodyPr wrap="square" anchor="ctr" anchorCtr="0">
            <a:spAutoFit/>
          </a:bodyPr>
          <a:lstStyle>
            <a:lvl1pPr marL="0" indent="0">
              <a:buNone/>
              <a:defRPr sz="1801">
                <a:latin typeface="+mn-lt"/>
              </a:defRPr>
            </a:lvl1pPr>
          </a:lstStyle>
          <a:p>
            <a:pPr lvl="0"/>
            <a:r>
              <a:rPr lang="en-US"/>
              <a:t>Secondary level text goes here. Lorem ipsum dolor sit </a:t>
            </a:r>
            <a:r>
              <a:rPr lang="en-US" err="1"/>
              <a:t>amet</a:t>
            </a:r>
            <a:r>
              <a:rPr lang="en-US"/>
              <a:t>.</a:t>
            </a:r>
          </a:p>
        </p:txBody>
      </p:sp>
      <p:sp>
        <p:nvSpPr>
          <p:cNvPr id="10" name="Slide Number Placeholder 6">
            <a:extLst>
              <a:ext uri="{FF2B5EF4-FFF2-40B4-BE49-F238E27FC236}">
                <a16:creationId xmlns:a16="http://schemas.microsoft.com/office/drawing/2014/main" id="{634455EC-817E-4DFC-8A82-3AE564282352}"/>
              </a:ext>
            </a:extLst>
          </p:cNvPr>
          <p:cNvSpPr>
            <a:spLocks noGrp="1"/>
          </p:cNvSpPr>
          <p:nvPr>
            <p:ph type="sldNum" sz="quarter" idx="12"/>
          </p:nvPr>
        </p:nvSpPr>
        <p:spPr>
          <a:xfrm>
            <a:off x="298452" y="6456990"/>
            <a:ext cx="252409" cy="154017"/>
          </a:xfrm>
          <a:prstGeom prst="rect">
            <a:avLst/>
          </a:prstGeom>
        </p:spPr>
        <p:txBody>
          <a:bodyPr lIns="0" tIns="0" rIns="0" bIns="0" anchor="ctr" anchorCtr="0">
            <a:spAutoFit/>
          </a:bodyPr>
          <a:lstStyle>
            <a:lvl1pPr>
              <a:defRPr sz="1001">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11" name="Footer Placeholder 4">
            <a:extLst>
              <a:ext uri="{FF2B5EF4-FFF2-40B4-BE49-F238E27FC236}">
                <a16:creationId xmlns:a16="http://schemas.microsoft.com/office/drawing/2014/main" id="{C6E21C78-D216-4BB9-A585-347D8D25B072}"/>
              </a:ext>
            </a:extLst>
          </p:cNvPr>
          <p:cNvSpPr>
            <a:spLocks noGrp="1"/>
          </p:cNvSpPr>
          <p:nvPr>
            <p:ph type="ftr" sz="quarter" idx="3"/>
          </p:nvPr>
        </p:nvSpPr>
        <p:spPr>
          <a:xfrm>
            <a:off x="621389" y="6462333"/>
            <a:ext cx="2489464" cy="154017"/>
          </a:xfrm>
          <a:prstGeom prst="rect">
            <a:avLst/>
          </a:prstGeom>
        </p:spPr>
        <p:txBody>
          <a:bodyPr vert="horz" lIns="0" tIns="0" rIns="0" bIns="0" rtlCol="0" anchor="b" anchorCtr="0"/>
          <a:lstStyle>
            <a:lvl1pPr algn="l">
              <a:defRPr sz="1001">
                <a:solidFill>
                  <a:schemeClr val="tx1"/>
                </a:solidFill>
              </a:defRPr>
            </a:lvl1pPr>
          </a:lstStyle>
          <a:p>
            <a:r>
              <a:rPr lang="en-US"/>
              <a:t>HP Private, Confidential for Internal Use Only</a:t>
            </a:r>
          </a:p>
        </p:txBody>
      </p:sp>
      <p:sp>
        <p:nvSpPr>
          <p:cNvPr id="12" name="Text Placeholder 3">
            <a:extLst>
              <a:ext uri="{FF2B5EF4-FFF2-40B4-BE49-F238E27FC236}">
                <a16:creationId xmlns:a16="http://schemas.microsoft.com/office/drawing/2014/main" id="{6EE314AB-90D3-419B-AC10-CF5FBC632154}"/>
              </a:ext>
            </a:extLst>
          </p:cNvPr>
          <p:cNvSpPr>
            <a:spLocks noGrp="1"/>
          </p:cNvSpPr>
          <p:nvPr>
            <p:ph type="body" sz="quarter" idx="38"/>
          </p:nvPr>
        </p:nvSpPr>
        <p:spPr>
          <a:xfrm>
            <a:off x="307976" y="2492968"/>
            <a:ext cx="7550149" cy="3403600"/>
          </a:xfrm>
        </p:spPr>
        <p:txBody>
          <a:bodyPr/>
          <a:lstStyle>
            <a:lvl3pPr>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17670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307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Logo ">
    <p:bg>
      <p:bgPr>
        <a:solidFill>
          <a:schemeClr val="accent6"/>
        </a:solidFill>
        <a:effectLst/>
      </p:bgPr>
    </p:bg>
    <p:spTree>
      <p:nvGrpSpPr>
        <p:cNvPr id="1" name=""/>
        <p:cNvGrpSpPr/>
        <p:nvPr/>
      </p:nvGrpSpPr>
      <p:grpSpPr>
        <a:xfrm>
          <a:off x="0" y="0"/>
          <a:ext cx="0" cy="0"/>
          <a:chOff x="0" y="0"/>
          <a:chExt cx="0" cy="0"/>
        </a:xfrm>
      </p:grpSpPr>
      <p:sp>
        <p:nvSpPr>
          <p:cNvPr id="4" name="logo">
            <a:extLst>
              <a:ext uri="{FF2B5EF4-FFF2-40B4-BE49-F238E27FC236}">
                <a16:creationId xmlns:a16="http://schemas.microsoft.com/office/drawing/2014/main" id="{484E96F8-EFE7-4607-AF1C-0FB4EC8B18A7}"/>
              </a:ext>
            </a:extLst>
          </p:cNvPr>
          <p:cNvSpPr>
            <a:spLocks noChangeAspect="1" noEditPoints="1"/>
          </p:cNvSpPr>
          <p:nvPr userDrawn="1"/>
        </p:nvSpPr>
        <p:spPr bwMode="gray">
          <a:xfrm>
            <a:off x="4275617" y="1602475"/>
            <a:ext cx="3646141" cy="364613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703512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 Blank">
    <p:spTree>
      <p:nvGrpSpPr>
        <p:cNvPr id="1" name=""/>
        <p:cNvGrpSpPr/>
        <p:nvPr/>
      </p:nvGrpSpPr>
      <p:grpSpPr>
        <a:xfrm>
          <a:off x="0" y="0"/>
          <a:ext cx="0" cy="0"/>
          <a:chOff x="0" y="0"/>
          <a:chExt cx="0" cy="0"/>
        </a:xfrm>
      </p:grpSpPr>
      <p:pic>
        <p:nvPicPr>
          <p:cNvPr id="3" name="500" descr="preencoded.png">
            <a:extLst>
              <a:ext uri="{FF2B5EF4-FFF2-40B4-BE49-F238E27FC236}">
                <a16:creationId xmlns:a16="http://schemas.microsoft.com/office/drawing/2014/main" id="{D6577636-9F6B-CF0D-5BDB-BAEC19714C37}"/>
              </a:ext>
            </a:extLst>
          </p:cNvPr>
          <p:cNvPicPr>
            <a:picLocks noChangeAspect="1"/>
          </p:cNvPicPr>
          <p:nvPr userDrawn="1"/>
        </p:nvPicPr>
        <p:blipFill>
          <a:blip r:embed="rId2">
            <a:extLst>
              <a:ext uri="{96DAC541-7B7A-43D3-8B79-37D633B846F1}">
                <asvg:svgBlip xmlns:asvg="http://schemas.microsoft.com/office/drawing/2016/SVG/main" r:embed="rId3"/>
              </a:ext>
            </a:extLst>
          </a:blip>
          <a:srcRect l="51563" r="9896"/>
          <a:stretch/>
        </p:blipFill>
        <p:spPr>
          <a:xfrm>
            <a:off x="6286502" y="0"/>
            <a:ext cx="4698998" cy="1396999"/>
          </a:xfrm>
          <a:prstGeom prst="rect">
            <a:avLst/>
          </a:prstGeom>
        </p:spPr>
      </p:pic>
      <p:sp>
        <p:nvSpPr>
          <p:cNvPr id="5" name="Title 4">
            <a:extLst>
              <a:ext uri="{FF2B5EF4-FFF2-40B4-BE49-F238E27FC236}">
                <a16:creationId xmlns:a16="http://schemas.microsoft.com/office/drawing/2014/main" id="{3E8BBC40-26A0-40F8-E8E9-B33070F56A0B}"/>
              </a:ext>
            </a:extLst>
          </p:cNvPr>
          <p:cNvSpPr>
            <a:spLocks noGrp="1"/>
          </p:cNvSpPr>
          <p:nvPr>
            <p:ph type="title" hasCustomPrompt="1"/>
          </p:nvPr>
        </p:nvSpPr>
        <p:spPr>
          <a:xfrm>
            <a:off x="190500" y="641350"/>
            <a:ext cx="5715000" cy="390359"/>
          </a:xfrm>
          <a:prstGeom prst="rect">
            <a:avLst/>
          </a:prstGeom>
        </p:spPr>
        <p:txBody>
          <a:bodyPr/>
          <a:lstStyle>
            <a:lvl1pPr>
              <a:defRPr sz="4000"/>
            </a:lvl1pPr>
          </a:lstStyle>
          <a:p>
            <a:r>
              <a:rPr lang="en-US"/>
              <a:t>Title Here Lorem Ipsum</a:t>
            </a:r>
            <a:endParaRPr lang="en-BR"/>
          </a:p>
        </p:txBody>
      </p:sp>
      <p:sp>
        <p:nvSpPr>
          <p:cNvPr id="6" name="CaixaDeTexto 10">
            <a:extLst>
              <a:ext uri="{FF2B5EF4-FFF2-40B4-BE49-F238E27FC236}">
                <a16:creationId xmlns:a16="http://schemas.microsoft.com/office/drawing/2014/main" id="{5887C197-6064-5460-CE3C-4ED72E0C9714}"/>
              </a:ext>
            </a:extLst>
          </p:cNvPr>
          <p:cNvSpPr txBox="1"/>
          <p:nvPr userDrawn="1"/>
        </p:nvSpPr>
        <p:spPr>
          <a:xfrm>
            <a:off x="11469209" y="6353796"/>
            <a:ext cx="525338" cy="304868"/>
          </a:xfrm>
          <a:prstGeom prst="rect">
            <a:avLst/>
          </a:prstGeom>
          <a:noFill/>
        </p:spPr>
        <p:txBody>
          <a:bodyPr wrap="square" lIns="0" tIns="180000" rIns="0" bIns="0" rtlCol="0" anchor="b">
            <a:noAutofit/>
          </a:bodyPr>
          <a:lstStyle/>
          <a:p>
            <a:pPr algn="r"/>
            <a:fld id="{6B464925-B76F-4EDB-B6B7-9E35A8F06ADE}" type="slidenum">
              <a:rPr lang="pt-BR" sz="800" smtClean="0"/>
              <a:pPr algn="r"/>
              <a:t>‹#›</a:t>
            </a:fld>
            <a:endParaRPr lang="pt-BR" sz="800"/>
          </a:p>
        </p:txBody>
      </p:sp>
      <p:pic>
        <p:nvPicPr>
          <p:cNvPr id="8" name="Picture 7" descr="A blue circle with white letters on it&#10;&#10;AI-generated content may be incorrect.">
            <a:extLst>
              <a:ext uri="{FF2B5EF4-FFF2-40B4-BE49-F238E27FC236}">
                <a16:creationId xmlns:a16="http://schemas.microsoft.com/office/drawing/2014/main" id="{669D4329-01E0-B825-AAA2-D2A9F034ADF8}"/>
              </a:ext>
            </a:extLst>
          </p:cNvPr>
          <p:cNvPicPr>
            <a:picLocks noChangeAspect="1"/>
          </p:cNvPicPr>
          <p:nvPr userDrawn="1"/>
        </p:nvPicPr>
        <p:blipFill>
          <a:blip r:embed="rId4"/>
          <a:stretch>
            <a:fillRect/>
          </a:stretch>
        </p:blipFill>
        <p:spPr>
          <a:xfrm>
            <a:off x="11683239" y="190501"/>
            <a:ext cx="309600" cy="309600"/>
          </a:xfrm>
          <a:prstGeom prst="rect">
            <a:avLst/>
          </a:prstGeom>
        </p:spPr>
      </p:pic>
    </p:spTree>
    <p:extLst>
      <p:ext uri="{BB962C8B-B14F-4D97-AF65-F5344CB8AC3E}">
        <p14:creationId xmlns:p14="http://schemas.microsoft.com/office/powerpoint/2010/main" val="3232976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with White Title">
    <p:bg>
      <p:bgPr>
        <a:solidFill>
          <a:schemeClr val="bg2"/>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E5EE755C-97F0-4B69-962B-E045E881D196}"/>
              </a:ext>
            </a:extLst>
          </p:cNvPr>
          <p:cNvSpPr>
            <a:spLocks noGrp="1"/>
          </p:cNvSpPr>
          <p:nvPr>
            <p:ph type="pic" sz="quarter" idx="10"/>
          </p:nvPr>
        </p:nvSpPr>
        <p:spPr>
          <a:xfrm>
            <a:off x="1" y="0"/>
            <a:ext cx="12192000" cy="6858000"/>
          </a:xfrm>
          <a:solidFill>
            <a:schemeClr val="bg1">
              <a:lumMod val="65000"/>
            </a:schemeClr>
          </a:solidFill>
        </p:spPr>
        <p:txBody>
          <a:bodyPr/>
          <a:lstStyle>
            <a:lvl1pPr marL="0" indent="0">
              <a:buNone/>
              <a:defRPr sz="1600">
                <a:solidFill>
                  <a:schemeClr val="bg1"/>
                </a:solidFill>
              </a:defRPr>
            </a:lvl1pPr>
          </a:lstStyle>
          <a:p>
            <a:r>
              <a:rPr lang="ko-KR" altLang="en-US"/>
              <a:t>그림을 추가하려면 아이콘을 클릭하십시오</a:t>
            </a:r>
            <a:endParaRPr lang="en-US"/>
          </a:p>
        </p:txBody>
      </p:sp>
      <p:sp>
        <p:nvSpPr>
          <p:cNvPr id="16" name="Text Placeholder 3">
            <a:extLst>
              <a:ext uri="{FF2B5EF4-FFF2-40B4-BE49-F238E27FC236}">
                <a16:creationId xmlns:a16="http://schemas.microsoft.com/office/drawing/2014/main" id="{F876A7DA-F8C7-EB4B-BCB0-CA9AB969E8D1}"/>
              </a:ext>
            </a:extLst>
          </p:cNvPr>
          <p:cNvSpPr>
            <a:spLocks noGrp="1"/>
          </p:cNvSpPr>
          <p:nvPr>
            <p:ph type="body" sz="quarter" idx="15" hasCustomPrompt="1"/>
          </p:nvPr>
        </p:nvSpPr>
        <p:spPr bwMode="gray">
          <a:xfrm>
            <a:off x="249583" y="2653320"/>
            <a:ext cx="11612880" cy="396172"/>
          </a:xfrm>
          <a:ln>
            <a:noFill/>
          </a:ln>
        </p:spPr>
        <p:txBody>
          <a:bodyPr>
            <a:noAutofit/>
          </a:bodyPr>
          <a:lstStyle>
            <a:lvl1pPr marL="0" indent="0">
              <a:buNone/>
              <a:defRPr sz="2799">
                <a:solidFill>
                  <a:schemeClr val="bg1"/>
                </a:solidFill>
                <a:latin typeface="+mn-lt"/>
              </a:defRPr>
            </a:lvl1pPr>
          </a:lstStyle>
          <a:p>
            <a:pPr lvl="0"/>
            <a:r>
              <a:rPr lang="en-US"/>
              <a:t>Presenter Name</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gray">
          <a:xfrm>
            <a:off x="249582" y="113156"/>
            <a:ext cx="11612880" cy="2607601"/>
          </a:xfrm>
          <a:ln>
            <a:noFill/>
          </a:ln>
        </p:spPr>
        <p:txBody>
          <a:bodyPr anchor="t" anchorCtr="0"/>
          <a:lstStyle>
            <a:lvl1pPr marL="0" indent="0">
              <a:lnSpc>
                <a:spcPct val="95000"/>
              </a:lnSpc>
              <a:buNone/>
              <a:defRPr sz="7998">
                <a:solidFill>
                  <a:schemeClr val="bg1"/>
                </a:solidFill>
                <a:latin typeface="+mj-lt"/>
              </a:defRPr>
            </a:lvl1pPr>
          </a:lstStyle>
          <a:p>
            <a:pPr lvl="0"/>
            <a:r>
              <a:rPr lang="en-US"/>
              <a:t>Presentation Title with Carryover Line of Copy</a:t>
            </a:r>
          </a:p>
        </p:txBody>
      </p:sp>
      <p:sp>
        <p:nvSpPr>
          <p:cNvPr id="3" name="Text Placeholder 2">
            <a:extLst>
              <a:ext uri="{FF2B5EF4-FFF2-40B4-BE49-F238E27FC236}">
                <a16:creationId xmlns:a16="http://schemas.microsoft.com/office/drawing/2014/main" id="{1B5A7BCA-4CC1-46BF-BE48-FB8B0628E96E}"/>
              </a:ext>
            </a:extLst>
          </p:cNvPr>
          <p:cNvSpPr>
            <a:spLocks noGrp="1"/>
          </p:cNvSpPr>
          <p:nvPr>
            <p:ph type="body" sz="quarter" idx="18" hasCustomPrompt="1"/>
          </p:nvPr>
        </p:nvSpPr>
        <p:spPr bwMode="gray">
          <a:xfrm>
            <a:off x="249582" y="3121634"/>
            <a:ext cx="11612880" cy="1265237"/>
          </a:xfrm>
        </p:spPr>
        <p:txBody>
          <a:bodyPr/>
          <a:lstStyle>
            <a:lvl1pPr marL="0" indent="0">
              <a:buNone/>
              <a:defRPr sz="1999">
                <a:solidFill>
                  <a:schemeClr val="bg1"/>
                </a:solidFill>
              </a:defRPr>
            </a:lvl1pPr>
          </a:lstStyle>
          <a:p>
            <a:pPr lvl="0"/>
            <a:r>
              <a:rPr lang="en-US"/>
              <a:t>Presenter Title</a:t>
            </a:r>
          </a:p>
        </p:txBody>
      </p:sp>
    </p:spTree>
    <p:extLst>
      <p:ext uri="{BB962C8B-B14F-4D97-AF65-F5344CB8AC3E}">
        <p14:creationId xmlns:p14="http://schemas.microsoft.com/office/powerpoint/2010/main" val="694128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ver with Black Type">
    <p:bg>
      <p:bgPr>
        <a:solidFill>
          <a:schemeClr val="bg2"/>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E5EE755C-97F0-4B69-962B-E045E881D196}"/>
              </a:ext>
            </a:extLst>
          </p:cNvPr>
          <p:cNvSpPr>
            <a:spLocks noGrp="1"/>
          </p:cNvSpPr>
          <p:nvPr>
            <p:ph type="pic" sz="quarter" idx="10"/>
          </p:nvPr>
        </p:nvSpPr>
        <p:spPr>
          <a:xfrm>
            <a:off x="1" y="0"/>
            <a:ext cx="12192000" cy="6858000"/>
          </a:xfrm>
          <a:solidFill>
            <a:schemeClr val="bg1">
              <a:lumMod val="65000"/>
            </a:schemeClr>
          </a:solidFill>
        </p:spPr>
        <p:txBody>
          <a:bodyPr/>
          <a:lstStyle>
            <a:lvl1pPr marL="0" indent="0">
              <a:buNone/>
              <a:defRPr sz="1600">
                <a:solidFill>
                  <a:schemeClr val="bg1"/>
                </a:solidFill>
              </a:defRPr>
            </a:lvl1pPr>
          </a:lstStyle>
          <a:p>
            <a:r>
              <a:rPr lang="ko-KR" altLang="en-US"/>
              <a:t>그림을 추가하려면 아이콘을 클릭하십시오</a:t>
            </a:r>
            <a:endParaRPr lang="en-US"/>
          </a:p>
        </p:txBody>
      </p:sp>
      <p:sp>
        <p:nvSpPr>
          <p:cNvPr id="16" name="Text Placeholder 3">
            <a:extLst>
              <a:ext uri="{FF2B5EF4-FFF2-40B4-BE49-F238E27FC236}">
                <a16:creationId xmlns:a16="http://schemas.microsoft.com/office/drawing/2014/main" id="{F876A7DA-F8C7-EB4B-BCB0-CA9AB969E8D1}"/>
              </a:ext>
            </a:extLst>
          </p:cNvPr>
          <p:cNvSpPr>
            <a:spLocks noGrp="1"/>
          </p:cNvSpPr>
          <p:nvPr>
            <p:ph type="body" sz="quarter" idx="15" hasCustomPrompt="1"/>
          </p:nvPr>
        </p:nvSpPr>
        <p:spPr bwMode="gray">
          <a:xfrm>
            <a:off x="249583" y="2653320"/>
            <a:ext cx="11612880" cy="396172"/>
          </a:xfrm>
          <a:ln>
            <a:noFill/>
          </a:ln>
        </p:spPr>
        <p:txBody>
          <a:bodyPr>
            <a:noAutofit/>
          </a:bodyPr>
          <a:lstStyle>
            <a:lvl1pPr marL="0" indent="0">
              <a:buNone/>
              <a:defRPr sz="2799">
                <a:solidFill>
                  <a:schemeClr val="tx1"/>
                </a:solidFill>
                <a:latin typeface="+mn-lt"/>
              </a:defRPr>
            </a:lvl1pPr>
          </a:lstStyle>
          <a:p>
            <a:pPr lvl="0"/>
            <a:r>
              <a:rPr lang="en-US"/>
              <a:t>Presenter Name</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gray">
          <a:xfrm>
            <a:off x="249582" y="113156"/>
            <a:ext cx="11612880" cy="2607601"/>
          </a:xfrm>
          <a:ln>
            <a:noFill/>
          </a:ln>
        </p:spPr>
        <p:txBody>
          <a:bodyPr anchor="t" anchorCtr="0"/>
          <a:lstStyle>
            <a:lvl1pPr marL="0" indent="0">
              <a:lnSpc>
                <a:spcPct val="95000"/>
              </a:lnSpc>
              <a:buNone/>
              <a:defRPr sz="7998">
                <a:solidFill>
                  <a:schemeClr val="tx1"/>
                </a:solidFill>
                <a:latin typeface="+mj-lt"/>
              </a:defRPr>
            </a:lvl1pPr>
          </a:lstStyle>
          <a:p>
            <a:pPr lvl="0"/>
            <a:r>
              <a:rPr lang="en-US"/>
              <a:t>Presentation Title with Carryover Line of Copy</a:t>
            </a:r>
          </a:p>
        </p:txBody>
      </p:sp>
      <p:sp>
        <p:nvSpPr>
          <p:cNvPr id="3" name="Text Placeholder 2">
            <a:extLst>
              <a:ext uri="{FF2B5EF4-FFF2-40B4-BE49-F238E27FC236}">
                <a16:creationId xmlns:a16="http://schemas.microsoft.com/office/drawing/2014/main" id="{1B5A7BCA-4CC1-46BF-BE48-FB8B0628E96E}"/>
              </a:ext>
            </a:extLst>
          </p:cNvPr>
          <p:cNvSpPr>
            <a:spLocks noGrp="1"/>
          </p:cNvSpPr>
          <p:nvPr>
            <p:ph type="body" sz="quarter" idx="18" hasCustomPrompt="1"/>
          </p:nvPr>
        </p:nvSpPr>
        <p:spPr bwMode="gray">
          <a:xfrm>
            <a:off x="249582" y="3121634"/>
            <a:ext cx="11612880" cy="1265237"/>
          </a:xfrm>
        </p:spPr>
        <p:txBody>
          <a:bodyPr/>
          <a:lstStyle>
            <a:lvl1pPr marL="0" indent="0">
              <a:buNone/>
              <a:defRPr sz="1999">
                <a:solidFill>
                  <a:schemeClr val="tx1"/>
                </a:solidFill>
              </a:defRPr>
            </a:lvl1pPr>
          </a:lstStyle>
          <a:p>
            <a:pPr lvl="0"/>
            <a:r>
              <a:rPr lang="en-US"/>
              <a:t>Presenter Title</a:t>
            </a:r>
          </a:p>
        </p:txBody>
      </p:sp>
    </p:spTree>
    <p:extLst>
      <p:ext uri="{BB962C8B-B14F-4D97-AF65-F5344CB8AC3E}">
        <p14:creationId xmlns:p14="http://schemas.microsoft.com/office/powerpoint/2010/main" val="3300999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verv with Blue Background">
    <p:bg>
      <p:bgPr>
        <a:solidFill>
          <a:schemeClr val="bg2"/>
        </a:solidFill>
        <a:effectLst/>
      </p:bgPr>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F876A7DA-F8C7-EB4B-BCB0-CA9AB969E8D1}"/>
              </a:ext>
            </a:extLst>
          </p:cNvPr>
          <p:cNvSpPr>
            <a:spLocks noGrp="1"/>
          </p:cNvSpPr>
          <p:nvPr>
            <p:ph type="body" sz="quarter" idx="15" hasCustomPrompt="1"/>
          </p:nvPr>
        </p:nvSpPr>
        <p:spPr bwMode="black">
          <a:xfrm>
            <a:off x="249583" y="3803595"/>
            <a:ext cx="11612880" cy="396172"/>
          </a:xfrm>
          <a:ln>
            <a:noFill/>
          </a:ln>
        </p:spPr>
        <p:txBody>
          <a:bodyPr>
            <a:noAutofit/>
          </a:bodyPr>
          <a:lstStyle>
            <a:lvl1pPr marL="0" indent="0">
              <a:buNone/>
              <a:defRPr sz="2799">
                <a:solidFill>
                  <a:schemeClr val="tx1"/>
                </a:solidFill>
                <a:latin typeface="+mn-lt"/>
              </a:defRPr>
            </a:lvl1pPr>
          </a:lstStyle>
          <a:p>
            <a:pPr lvl="0"/>
            <a:r>
              <a:rPr lang="en-US"/>
              <a:t>Presenter Name</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113156"/>
            <a:ext cx="11612880" cy="2607601"/>
          </a:xfrm>
          <a:ln>
            <a:noFill/>
          </a:ln>
        </p:spPr>
        <p:txBody>
          <a:bodyPr anchor="t" anchorCtr="0"/>
          <a:lstStyle>
            <a:lvl1pPr marL="0" indent="0">
              <a:lnSpc>
                <a:spcPct val="95000"/>
              </a:lnSpc>
              <a:buNone/>
              <a:defRPr sz="7998">
                <a:solidFill>
                  <a:schemeClr val="tx1"/>
                </a:solidFill>
                <a:latin typeface="+mj-lt"/>
              </a:defRPr>
            </a:lvl1pPr>
          </a:lstStyle>
          <a:p>
            <a:pPr lvl="0"/>
            <a:r>
              <a:rPr lang="en-US"/>
              <a:t>Presentation Title Text</a:t>
            </a:r>
            <a:br>
              <a:rPr lang="en-US"/>
            </a:br>
            <a:r>
              <a:rPr lang="en-US"/>
              <a:t>with Carryover Line</a:t>
            </a:r>
            <a:br>
              <a:rPr lang="en-US"/>
            </a:br>
            <a:r>
              <a:rPr lang="en-US"/>
              <a:t>of Copy</a:t>
            </a:r>
          </a:p>
        </p:txBody>
      </p:sp>
      <p:sp>
        <p:nvSpPr>
          <p:cNvPr id="3" name="Text Placeholder 2">
            <a:extLst>
              <a:ext uri="{FF2B5EF4-FFF2-40B4-BE49-F238E27FC236}">
                <a16:creationId xmlns:a16="http://schemas.microsoft.com/office/drawing/2014/main" id="{1B5A7BCA-4CC1-46BF-BE48-FB8B0628E96E}"/>
              </a:ext>
            </a:extLst>
          </p:cNvPr>
          <p:cNvSpPr>
            <a:spLocks noGrp="1"/>
          </p:cNvSpPr>
          <p:nvPr>
            <p:ph type="body" sz="quarter" idx="18" hasCustomPrompt="1"/>
          </p:nvPr>
        </p:nvSpPr>
        <p:spPr bwMode="black">
          <a:xfrm>
            <a:off x="249582" y="4271731"/>
            <a:ext cx="11612880" cy="1265237"/>
          </a:xfrm>
        </p:spPr>
        <p:txBody>
          <a:bodyPr/>
          <a:lstStyle>
            <a:lvl1pPr marL="0" indent="0">
              <a:buNone/>
              <a:defRPr sz="1999">
                <a:solidFill>
                  <a:schemeClr val="tx1"/>
                </a:solidFill>
              </a:defRPr>
            </a:lvl1pPr>
          </a:lstStyle>
          <a:p>
            <a:pPr lvl="0"/>
            <a:r>
              <a:rPr lang="en-US"/>
              <a:t>Presenter Title</a:t>
            </a:r>
          </a:p>
        </p:txBody>
      </p:sp>
      <p:cxnSp>
        <p:nvCxnSpPr>
          <p:cNvPr id="8" name="Straight Connector 7">
            <a:extLst>
              <a:ext uri="{FF2B5EF4-FFF2-40B4-BE49-F238E27FC236}">
                <a16:creationId xmlns:a16="http://schemas.microsoft.com/office/drawing/2014/main" id="{36A27F0B-F6F9-46AE-8CE2-252D23EB6E34}"/>
              </a:ext>
            </a:extLst>
          </p:cNvPr>
          <p:cNvCxnSpPr>
            <a:cxnSpLocks/>
          </p:cNvCxnSpPr>
          <p:nvPr/>
        </p:nvCxnSpPr>
        <p:spPr bwMode="gray">
          <a:xfrm>
            <a:off x="1" y="127352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CCD550-7E89-4D4A-AD66-2A9ADEE3840E}"/>
              </a:ext>
            </a:extLst>
          </p:cNvPr>
          <p:cNvCxnSpPr>
            <a:cxnSpLocks/>
          </p:cNvCxnSpPr>
          <p:nvPr/>
        </p:nvCxnSpPr>
        <p:spPr bwMode="gray">
          <a:xfrm>
            <a:off x="1" y="2470682"/>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4BEA64-B42F-4C7B-9AB3-A805BD3744F6}"/>
              </a:ext>
            </a:extLst>
          </p:cNvPr>
          <p:cNvCxnSpPr>
            <a:cxnSpLocks/>
          </p:cNvCxnSpPr>
          <p:nvPr/>
        </p:nvCxnSpPr>
        <p:spPr bwMode="gray">
          <a:xfrm>
            <a:off x="1" y="3663212"/>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logo">
            <a:extLst>
              <a:ext uri="{FF2B5EF4-FFF2-40B4-BE49-F238E27FC236}">
                <a16:creationId xmlns:a16="http://schemas.microsoft.com/office/drawing/2014/main" id="{AB8BC2DD-84B5-4F8F-A423-6FB062BC5686}"/>
              </a:ext>
            </a:extLst>
          </p:cNvPr>
          <p:cNvSpPr>
            <a:spLocks noChangeAspect="1" noEditPoints="1"/>
          </p:cNvSpPr>
          <p:nvPr/>
        </p:nvSpPr>
        <p:spPr bwMode="gray">
          <a:xfrm>
            <a:off x="285242" y="5862686"/>
            <a:ext cx="722492" cy="722489"/>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16" tIns="45708" rIns="91416" bIns="45708" numCol="1" anchor="t" anchorCtr="0" compatLnSpc="1">
            <a:prstTxWarp prst="textNoShape">
              <a:avLst/>
            </a:prstTxWarp>
          </a:bodyPr>
          <a:lstStyle/>
          <a:p>
            <a:endParaRPr sz="1799"/>
          </a:p>
        </p:txBody>
      </p:sp>
    </p:spTree>
    <p:extLst>
      <p:ext uri="{BB962C8B-B14F-4D97-AF65-F5344CB8AC3E}">
        <p14:creationId xmlns:p14="http://schemas.microsoft.com/office/powerpoint/2010/main" val="3234293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Divider with Blue Background">
    <p:bg>
      <p:bgPr>
        <a:solidFill>
          <a:schemeClr val="bg2"/>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3" y="3006311"/>
            <a:ext cx="11612880" cy="2607601"/>
          </a:xfrm>
          <a:ln>
            <a:noFill/>
          </a:ln>
        </p:spPr>
        <p:txBody>
          <a:bodyPr anchor="b" anchorCtr="0"/>
          <a:lstStyle>
            <a:lvl1pPr marL="0" indent="0">
              <a:lnSpc>
                <a:spcPct val="95000"/>
              </a:lnSpc>
              <a:buNone/>
              <a:defRPr sz="5998">
                <a:solidFill>
                  <a:schemeClr val="tx1"/>
                </a:solidFill>
                <a:latin typeface="+mj-lt"/>
              </a:defRPr>
            </a:lvl1pPr>
          </a:lstStyle>
          <a:p>
            <a:pPr lvl="0"/>
            <a:r>
              <a:rPr lang="en-US"/>
              <a:t>Section Divider with</a:t>
            </a:r>
            <a:br>
              <a:rPr lang="en-US"/>
            </a:br>
            <a:r>
              <a:rPr lang="en-US"/>
              <a:t>Carryover Copy</a:t>
            </a:r>
          </a:p>
        </p:txBody>
      </p:sp>
      <p:cxnSp>
        <p:nvCxnSpPr>
          <p:cNvPr id="6" name="Straight Connector 5">
            <a:extLst>
              <a:ext uri="{FF2B5EF4-FFF2-40B4-BE49-F238E27FC236}">
                <a16:creationId xmlns:a16="http://schemas.microsoft.com/office/drawing/2014/main" id="{F23CD728-6944-4B05-8B1E-5E869668F67E}"/>
              </a:ext>
            </a:extLst>
          </p:cNvPr>
          <p:cNvCxnSpPr>
            <a:cxnSpLocks/>
          </p:cNvCxnSpPr>
          <p:nvPr/>
        </p:nvCxnSpPr>
        <p:spPr bwMode="black">
          <a:xfrm>
            <a:off x="1" y="5574159"/>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logo">
            <a:extLst>
              <a:ext uri="{FF2B5EF4-FFF2-40B4-BE49-F238E27FC236}">
                <a16:creationId xmlns:a16="http://schemas.microsoft.com/office/drawing/2014/main" id="{11333140-C4C1-47FE-BCFF-E27A119C4B9B}"/>
              </a:ext>
            </a:extLst>
          </p:cNvPr>
          <p:cNvSpPr>
            <a:spLocks noChangeAspect="1" noEditPoints="1"/>
          </p:cNvSpPr>
          <p:nvPr/>
        </p:nvSpPr>
        <p:spPr bwMode="gray">
          <a:xfrm>
            <a:off x="11386100" y="4808022"/>
            <a:ext cx="536124" cy="536123"/>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16" tIns="45708" rIns="91416" bIns="45708" numCol="1" anchor="t" anchorCtr="0" compatLnSpc="1">
            <a:prstTxWarp prst="textNoShape">
              <a:avLst/>
            </a:prstTxWarp>
          </a:bodyPr>
          <a:lstStyle/>
          <a:p>
            <a:endParaRPr sz="1799"/>
          </a:p>
        </p:txBody>
      </p:sp>
    </p:spTree>
    <p:extLst>
      <p:ext uri="{BB962C8B-B14F-4D97-AF65-F5344CB8AC3E}">
        <p14:creationId xmlns:p14="http://schemas.microsoft.com/office/powerpoint/2010/main" val="2628140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ne Line Section Divider with Blue Background">
    <p:bg>
      <p:bgPr>
        <a:solidFill>
          <a:schemeClr val="bg2"/>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3" y="2141788"/>
            <a:ext cx="11612880" cy="2607601"/>
          </a:xfrm>
          <a:ln>
            <a:noFill/>
          </a:ln>
        </p:spPr>
        <p:txBody>
          <a:bodyPr anchor="b" anchorCtr="0"/>
          <a:lstStyle>
            <a:lvl1pPr marL="0" indent="0">
              <a:lnSpc>
                <a:spcPct val="95000"/>
              </a:lnSpc>
              <a:buNone/>
              <a:defRPr sz="5998">
                <a:solidFill>
                  <a:schemeClr val="tx1"/>
                </a:solidFill>
                <a:latin typeface="+mj-lt"/>
              </a:defRPr>
            </a:lvl1pPr>
          </a:lstStyle>
          <a:p>
            <a:pPr lvl="0"/>
            <a:r>
              <a:rPr lang="en-US"/>
              <a:t>Section Divider</a:t>
            </a:r>
          </a:p>
        </p:txBody>
      </p:sp>
      <p:cxnSp>
        <p:nvCxnSpPr>
          <p:cNvPr id="8" name="Straight Connector 7">
            <a:extLst>
              <a:ext uri="{FF2B5EF4-FFF2-40B4-BE49-F238E27FC236}">
                <a16:creationId xmlns:a16="http://schemas.microsoft.com/office/drawing/2014/main" id="{9AD6BA1C-604E-4A6A-84AF-2E7CAC3B5743}"/>
              </a:ext>
            </a:extLst>
          </p:cNvPr>
          <p:cNvCxnSpPr>
            <a:cxnSpLocks/>
          </p:cNvCxnSpPr>
          <p:nvPr/>
        </p:nvCxnSpPr>
        <p:spPr bwMode="gray">
          <a:xfrm>
            <a:off x="8022" y="4715906"/>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logo">
            <a:extLst>
              <a:ext uri="{FF2B5EF4-FFF2-40B4-BE49-F238E27FC236}">
                <a16:creationId xmlns:a16="http://schemas.microsoft.com/office/drawing/2014/main" id="{6B8AB3FA-5C39-499F-BCF2-FE133A79724E}"/>
              </a:ext>
            </a:extLst>
          </p:cNvPr>
          <p:cNvSpPr>
            <a:spLocks noChangeAspect="1" noEditPoints="1"/>
          </p:cNvSpPr>
          <p:nvPr/>
        </p:nvSpPr>
        <p:spPr bwMode="gray">
          <a:xfrm>
            <a:off x="11386100" y="3980433"/>
            <a:ext cx="536124" cy="536123"/>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16" tIns="45708" rIns="91416" bIns="45708" numCol="1" anchor="t" anchorCtr="0" compatLnSpc="1">
            <a:prstTxWarp prst="textNoShape">
              <a:avLst/>
            </a:prstTxWarp>
          </a:bodyPr>
          <a:lstStyle/>
          <a:p>
            <a:endParaRPr sz="1799"/>
          </a:p>
        </p:txBody>
      </p:sp>
    </p:spTree>
    <p:extLst>
      <p:ext uri="{BB962C8B-B14F-4D97-AF65-F5344CB8AC3E}">
        <p14:creationId xmlns:p14="http://schemas.microsoft.com/office/powerpoint/2010/main" val="3496081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Divider with Black Type">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p:nvPr>
        </p:nvSpPr>
        <p:spPr>
          <a:xfrm>
            <a:off x="1" y="0"/>
            <a:ext cx="12192000" cy="6858000"/>
          </a:xfrm>
          <a:solidFill>
            <a:schemeClr val="bg1">
              <a:lumMod val="75000"/>
            </a:schemeClr>
          </a:solidFill>
        </p:spPr>
        <p:txBody>
          <a:bodyPr tIns="0" bIns="3108960" anchor="ctr" anchorCtr="0"/>
          <a:lstStyle>
            <a:lvl1pPr marL="0" indent="0" algn="ctr">
              <a:buNone/>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3006311"/>
            <a:ext cx="11612880" cy="2607601"/>
          </a:xfrm>
          <a:ln>
            <a:noFill/>
          </a:ln>
        </p:spPr>
        <p:txBody>
          <a:bodyPr anchor="b" anchorCtr="0"/>
          <a:lstStyle>
            <a:lvl1pPr marL="0" indent="0">
              <a:lnSpc>
                <a:spcPct val="95000"/>
              </a:lnSpc>
              <a:buNone/>
              <a:defRPr sz="5998">
                <a:solidFill>
                  <a:schemeClr val="tx1"/>
                </a:solidFill>
                <a:latin typeface="+mj-lt"/>
              </a:defRPr>
            </a:lvl1pPr>
          </a:lstStyle>
          <a:p>
            <a:pPr lvl="0"/>
            <a:r>
              <a:rPr lang="en-US"/>
              <a:t>Section Divider with</a:t>
            </a:r>
            <a:br>
              <a:rPr lang="en-US"/>
            </a:br>
            <a:r>
              <a:rPr lang="en-US"/>
              <a:t>Carryover Copy</a:t>
            </a:r>
          </a:p>
        </p:txBody>
      </p:sp>
    </p:spTree>
    <p:extLst>
      <p:ext uri="{BB962C8B-B14F-4D97-AF65-F5344CB8AC3E}">
        <p14:creationId xmlns:p14="http://schemas.microsoft.com/office/powerpoint/2010/main" val="465092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ne Line Section Divider with Black Type">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p:nvPr>
        </p:nvSpPr>
        <p:spPr>
          <a:xfrm>
            <a:off x="1" y="0"/>
            <a:ext cx="12192000" cy="6858000"/>
          </a:xfrm>
          <a:solidFill>
            <a:schemeClr val="bg1">
              <a:lumMod val="75000"/>
            </a:schemeClr>
          </a:solidFill>
        </p:spPr>
        <p:txBody>
          <a:bodyPr tIns="0" bIns="3108960" anchor="ctr" anchorCtr="0"/>
          <a:lstStyle>
            <a:lvl1pPr marL="0" indent="0" algn="ctr">
              <a:buNone/>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2141788"/>
            <a:ext cx="11612880" cy="2607601"/>
          </a:xfrm>
          <a:ln>
            <a:noFill/>
          </a:ln>
        </p:spPr>
        <p:txBody>
          <a:bodyPr anchor="b" anchorCtr="0"/>
          <a:lstStyle>
            <a:lvl1pPr marL="0" indent="0">
              <a:lnSpc>
                <a:spcPct val="95000"/>
              </a:lnSpc>
              <a:buNone/>
              <a:defRPr sz="5998">
                <a:solidFill>
                  <a:schemeClr val="tx1"/>
                </a:solidFill>
                <a:latin typeface="+mj-lt"/>
              </a:defRPr>
            </a:lvl1pPr>
          </a:lstStyle>
          <a:p>
            <a:pPr lvl="0"/>
            <a:r>
              <a:rPr lang="en-US"/>
              <a:t>One Line Section Divider</a:t>
            </a:r>
          </a:p>
        </p:txBody>
      </p:sp>
    </p:spTree>
    <p:extLst>
      <p:ext uri="{BB962C8B-B14F-4D97-AF65-F5344CB8AC3E}">
        <p14:creationId xmlns:p14="http://schemas.microsoft.com/office/powerpoint/2010/main" val="2328859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Divider with White Type">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p:nvPr>
        </p:nvSpPr>
        <p:spPr>
          <a:xfrm>
            <a:off x="-12032" y="0"/>
            <a:ext cx="12192000" cy="6858000"/>
          </a:xfrm>
          <a:solidFill>
            <a:schemeClr val="bg1">
              <a:lumMod val="75000"/>
            </a:schemeClr>
          </a:solidFill>
        </p:spPr>
        <p:txBody>
          <a:bodyPr tIns="0" bIns="3108960" anchor="ctr" anchorCtr="0"/>
          <a:lstStyle>
            <a:lvl1pPr marL="0" indent="0" algn="ctr">
              <a:buNone/>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white">
          <a:xfrm>
            <a:off x="249582" y="3006311"/>
            <a:ext cx="11612880" cy="2607601"/>
          </a:xfrm>
          <a:ln>
            <a:noFill/>
          </a:ln>
        </p:spPr>
        <p:txBody>
          <a:bodyPr anchor="b" anchorCtr="0"/>
          <a:lstStyle>
            <a:lvl1pPr marL="0" indent="0">
              <a:lnSpc>
                <a:spcPct val="95000"/>
              </a:lnSpc>
              <a:buNone/>
              <a:defRPr sz="5998">
                <a:solidFill>
                  <a:schemeClr val="bg1"/>
                </a:solidFill>
                <a:latin typeface="+mj-lt"/>
              </a:defRPr>
            </a:lvl1pPr>
          </a:lstStyle>
          <a:p>
            <a:pPr lvl="0"/>
            <a:r>
              <a:rPr lang="en-US"/>
              <a:t>Section Divider with</a:t>
            </a:r>
            <a:br>
              <a:rPr lang="en-US"/>
            </a:br>
            <a:r>
              <a:rPr lang="en-US"/>
              <a:t>Carryover Copy</a:t>
            </a:r>
          </a:p>
        </p:txBody>
      </p:sp>
    </p:spTree>
    <p:extLst>
      <p:ext uri="{BB962C8B-B14F-4D97-AF65-F5344CB8AC3E}">
        <p14:creationId xmlns:p14="http://schemas.microsoft.com/office/powerpoint/2010/main" val="3623358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One Line Section Divider with White Type">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p:nvPr>
        </p:nvSpPr>
        <p:spPr>
          <a:xfrm>
            <a:off x="1" y="0"/>
            <a:ext cx="12192000" cy="6858000"/>
          </a:xfrm>
          <a:solidFill>
            <a:schemeClr val="bg1">
              <a:lumMod val="75000"/>
            </a:schemeClr>
          </a:solidFill>
        </p:spPr>
        <p:txBody>
          <a:bodyPr tIns="0" bIns="3108960" anchor="ctr" anchorCtr="0"/>
          <a:lstStyle>
            <a:lvl1pPr marL="0" indent="0" algn="ctr">
              <a:buNone/>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white">
          <a:xfrm>
            <a:off x="249582" y="2141788"/>
            <a:ext cx="11612880" cy="2607601"/>
          </a:xfrm>
          <a:ln>
            <a:noFill/>
          </a:ln>
        </p:spPr>
        <p:txBody>
          <a:bodyPr anchor="b" anchorCtr="0"/>
          <a:lstStyle>
            <a:lvl1pPr marL="0" indent="0">
              <a:lnSpc>
                <a:spcPct val="95000"/>
              </a:lnSpc>
              <a:buNone/>
              <a:defRPr sz="5998">
                <a:solidFill>
                  <a:schemeClr val="bg1"/>
                </a:solidFill>
                <a:latin typeface="+mj-lt"/>
              </a:defRPr>
            </a:lvl1pPr>
          </a:lstStyle>
          <a:p>
            <a:pPr lvl="0"/>
            <a:r>
              <a:rPr lang="en-US"/>
              <a:t>One Line Section Divider</a:t>
            </a:r>
          </a:p>
        </p:txBody>
      </p:sp>
    </p:spTree>
    <p:extLst>
      <p:ext uri="{BB962C8B-B14F-4D97-AF65-F5344CB8AC3E}">
        <p14:creationId xmlns:p14="http://schemas.microsoft.com/office/powerpoint/2010/main" val="5932567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amp; Phot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p:nvSpPr>
        <p:spPr bwMode="ltGray">
          <a:xfrm>
            <a:off x="0" y="2"/>
            <a:ext cx="6096001"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5" name="Picture Placeholder 4">
            <a:extLst>
              <a:ext uri="{FF2B5EF4-FFF2-40B4-BE49-F238E27FC236}">
                <a16:creationId xmlns:a16="http://schemas.microsoft.com/office/drawing/2014/main" id="{32B84C0D-8445-4009-BF2F-55B901AD154A}"/>
              </a:ext>
            </a:extLst>
          </p:cNvPr>
          <p:cNvSpPr>
            <a:spLocks noGrp="1"/>
          </p:cNvSpPr>
          <p:nvPr>
            <p:ph type="pic" sz="quarter" idx="38" hasCustomPrompt="1"/>
          </p:nvPr>
        </p:nvSpPr>
        <p:spPr>
          <a:xfrm>
            <a:off x="6096000" y="39"/>
            <a:ext cx="6096001" cy="6857963"/>
          </a:xfrm>
          <a:solidFill>
            <a:schemeClr val="bg1">
              <a:lumMod val="75000"/>
            </a:schemeClr>
          </a:solidFill>
        </p:spPr>
        <p:txBody>
          <a:bodyPr bIns="2743200" anchor="ctr" anchorCtr="0"/>
          <a:lstStyle>
            <a:lvl1pPr marL="0" indent="0" algn="ctr">
              <a:buNone/>
              <a:defRPr sz="1200"/>
            </a:lvl1pPr>
          </a:lstStyle>
          <a:p>
            <a:r>
              <a:rPr lang="en-US"/>
              <a:t>Click to Add Photo</a:t>
            </a:r>
          </a:p>
        </p:txBody>
      </p:sp>
      <p:sp>
        <p:nvSpPr>
          <p:cNvPr id="10" name="Text Placeholder 2">
            <a:extLst>
              <a:ext uri="{FF2B5EF4-FFF2-40B4-BE49-F238E27FC236}">
                <a16:creationId xmlns:a16="http://schemas.microsoft.com/office/drawing/2014/main" id="{8E0154CF-2E3E-474A-90FB-034C357AA42D}"/>
              </a:ext>
            </a:extLst>
          </p:cNvPr>
          <p:cNvSpPr>
            <a:spLocks noGrp="1"/>
          </p:cNvSpPr>
          <p:nvPr>
            <p:ph type="body" idx="37" hasCustomPrompt="1"/>
          </p:nvPr>
        </p:nvSpPr>
        <p:spPr>
          <a:xfrm>
            <a:off x="298808" y="1610090"/>
            <a:ext cx="5410624" cy="4579715"/>
          </a:xfrm>
        </p:spPr>
        <p:txBody>
          <a:bodyPr anchor="t" anchorCtr="0">
            <a:sp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Item #1</a:t>
            </a:r>
          </a:p>
          <a:p>
            <a:pPr lvl="0"/>
            <a:r>
              <a:rPr lang="en-US"/>
              <a:t>Item #2</a:t>
            </a:r>
          </a:p>
          <a:p>
            <a:pPr lvl="0"/>
            <a:r>
              <a:rPr lang="en-US"/>
              <a:t>Item #3</a:t>
            </a:r>
          </a:p>
          <a:p>
            <a:pPr lvl="0"/>
            <a:r>
              <a:rPr lang="en-US"/>
              <a:t>Item #4</a:t>
            </a:r>
          </a:p>
          <a:p>
            <a:pPr lvl="0"/>
            <a:r>
              <a:rPr lang="en-US"/>
              <a:t>Item #5</a:t>
            </a:r>
          </a:p>
          <a:p>
            <a:pPr lvl="0"/>
            <a:r>
              <a:rPr lang="en-US"/>
              <a:t>Item #6</a:t>
            </a:r>
          </a:p>
          <a:p>
            <a:pPr lvl="0"/>
            <a:r>
              <a:rPr lang="en-US"/>
              <a:t>Item #7</a:t>
            </a:r>
          </a:p>
          <a:p>
            <a:pPr lvl="0"/>
            <a:r>
              <a:rPr lang="en-US"/>
              <a:t>Item #8</a:t>
            </a:r>
          </a:p>
          <a:p>
            <a:pPr lvl="0"/>
            <a:r>
              <a:rPr lang="en-US"/>
              <a:t>Item #9</a:t>
            </a:r>
          </a:p>
          <a:p>
            <a:pPr lvl="0"/>
            <a:r>
              <a:rPr lang="en-US"/>
              <a:t>Item #10</a:t>
            </a: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9" y="397384"/>
            <a:ext cx="5413623" cy="600934"/>
          </a:xfrm>
        </p:spPr>
        <p:txBody>
          <a:bodyPr tIns="0" rIns="0" bIns="0">
            <a:spAutoFit/>
          </a:bodyPr>
          <a:lstStyle>
            <a:lvl1pPr>
              <a:defRPr sz="4399">
                <a:latin typeface="+mj-lt"/>
              </a:defRPr>
            </a:lvl1pPr>
          </a:lstStyle>
          <a:p>
            <a:r>
              <a:rPr lang="en-US"/>
              <a:t>Title</a:t>
            </a:r>
          </a:p>
        </p:txBody>
      </p:sp>
      <p:sp>
        <p:nvSpPr>
          <p:cNvPr id="12" name="Slide Number Placeholder 6">
            <a:extLst>
              <a:ext uri="{FF2B5EF4-FFF2-40B4-BE49-F238E27FC236}">
                <a16:creationId xmlns:a16="http://schemas.microsoft.com/office/drawing/2014/main" id="{2827C188-4E90-4F33-BE06-43118AAF442F}"/>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15477566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제목만">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4"/>
            <a:ext cx="11612880" cy="600934"/>
          </a:xfrm>
        </p:spPr>
        <p:txBody>
          <a:bodyPr wrap="square" tIns="0" rIns="0" bIns="0">
            <a:spAutoFit/>
          </a:bodyPr>
          <a:lstStyle>
            <a:lvl1pPr>
              <a:defRPr sz="4399">
                <a:latin typeface="+mj-lt"/>
              </a:defRPr>
            </a:lvl1pPr>
          </a:lstStyle>
          <a:p>
            <a:r>
              <a:rPr lang="en-US"/>
              <a:t>Title</a:t>
            </a:r>
          </a:p>
        </p:txBody>
      </p:sp>
      <p:sp>
        <p:nvSpPr>
          <p:cNvPr id="9" name="Slide Number Placeholder 6">
            <a:extLst>
              <a:ext uri="{FF2B5EF4-FFF2-40B4-BE49-F238E27FC236}">
                <a16:creationId xmlns:a16="http://schemas.microsoft.com/office/drawing/2014/main" id="{76155E8A-7EA8-4AD6-AF57-B7E67197C581}"/>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41315287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asic Text and Content">
    <p:bg>
      <p:bgPr>
        <a:solidFill>
          <a:schemeClr val="bg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7C974A2-03D7-4EFA-94E3-9EBAA7561405}"/>
              </a:ext>
            </a:extLst>
          </p:cNvPr>
          <p:cNvSpPr>
            <a:spLocks noGrp="1"/>
          </p:cNvSpPr>
          <p:nvPr>
            <p:ph type="body" idx="37" hasCustomPrompt="1"/>
          </p:nvPr>
        </p:nvSpPr>
        <p:spPr>
          <a:xfrm>
            <a:off x="298808" y="1610090"/>
            <a:ext cx="7545782" cy="3098028"/>
          </a:xfrm>
          <a:ln>
            <a:noFill/>
          </a:ln>
        </p:spPr>
        <p:txBody>
          <a:bodyPr wrap="square" anchor="t" anchorCtr="0">
            <a:spAutoFit/>
          </a:bodyPr>
          <a:lstStyle>
            <a:lvl1pPr marL="0" indent="0">
              <a:buFont typeface="Arial" panose="020B0604020202020204" pitchFamily="34" charse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a:p>
            <a:pPr lvl="0"/>
            <a:r>
              <a:rPr lang="en-US" err="1"/>
              <a:t>Quisque</a:t>
            </a:r>
            <a:r>
              <a:rPr lang="en-US"/>
              <a:t> </a:t>
            </a:r>
            <a:r>
              <a:rPr lang="en-US" err="1"/>
              <a:t>pretium</a:t>
            </a:r>
            <a:r>
              <a:rPr lang="en-US"/>
              <a:t> </a:t>
            </a:r>
            <a:r>
              <a:rPr lang="en-US" err="1"/>
              <a:t>venenatis</a:t>
            </a:r>
            <a:r>
              <a:rPr lang="en-US"/>
              <a:t> </a:t>
            </a:r>
            <a:r>
              <a:rPr lang="en-US" err="1"/>
              <a:t>erat</a:t>
            </a:r>
            <a:r>
              <a:rPr lang="en-US"/>
              <a:t> ac </a:t>
            </a:r>
            <a:r>
              <a:rPr lang="en-US" err="1"/>
              <a:t>mattis</a:t>
            </a:r>
            <a:r>
              <a:rPr lang="en-US"/>
              <a:t>. In auctor </a:t>
            </a:r>
            <a:r>
              <a:rPr lang="en-US" err="1"/>
              <a:t>enim</a:t>
            </a:r>
            <a:r>
              <a:rPr lang="en-US"/>
              <a:t> vel ante </a:t>
            </a:r>
            <a:r>
              <a:rPr lang="en-US" err="1"/>
              <a:t>pretium</a:t>
            </a:r>
            <a:r>
              <a:rPr lang="en-US"/>
              <a:t>, vel </a:t>
            </a:r>
            <a:r>
              <a:rPr lang="en-US" err="1"/>
              <a:t>laoreet</a:t>
            </a:r>
            <a:r>
              <a:rPr lang="en-US"/>
              <a:t> lorem </a:t>
            </a:r>
            <a:r>
              <a:rPr lang="en-US" err="1"/>
              <a:t>aliquet</a:t>
            </a:r>
            <a:r>
              <a:rPr lang="en-US"/>
              <a:t>. </a:t>
            </a:r>
            <a:r>
              <a:rPr lang="en-US" err="1"/>
              <a:t>Fusce</a:t>
            </a:r>
            <a:r>
              <a:rPr lang="en-US"/>
              <a:t> at </a:t>
            </a:r>
            <a:r>
              <a:rPr lang="en-US" err="1"/>
              <a:t>mauris</a:t>
            </a:r>
            <a:r>
              <a:rPr lang="en-US"/>
              <a:t> </a:t>
            </a:r>
            <a:r>
              <a:rPr lang="en-US" err="1"/>
              <a:t>elementum</a:t>
            </a:r>
            <a:r>
              <a:rPr lang="en-US"/>
              <a:t>, dictum </a:t>
            </a:r>
            <a:r>
              <a:rPr lang="en-US" err="1"/>
              <a:t>nunc</a:t>
            </a:r>
            <a:r>
              <a:rPr lang="en-US"/>
              <a:t> </a:t>
            </a:r>
            <a:r>
              <a:rPr lang="en-US" err="1"/>
              <a:t>eget</a:t>
            </a:r>
            <a:r>
              <a:rPr lang="en-US"/>
              <a:t>, </a:t>
            </a:r>
            <a:r>
              <a:rPr lang="en-US" err="1"/>
              <a:t>fringilla</a:t>
            </a:r>
            <a:r>
              <a:rPr lang="en-US"/>
              <a:t> ex. </a:t>
            </a:r>
            <a:r>
              <a:rPr lang="en-US" err="1"/>
              <a:t>Fusce</a:t>
            </a:r>
            <a:r>
              <a:rPr lang="en-US"/>
              <a:t> </a:t>
            </a:r>
            <a:r>
              <a:rPr lang="en-US" err="1"/>
              <a:t>arcu</a:t>
            </a:r>
            <a:r>
              <a:rPr lang="en-US"/>
              <a:t> </a:t>
            </a:r>
            <a:r>
              <a:rPr lang="en-US" err="1"/>
              <a:t>felis</a:t>
            </a:r>
            <a:r>
              <a:rPr lang="en-US"/>
              <a:t>, </a:t>
            </a:r>
            <a:r>
              <a:rPr lang="en-US" err="1"/>
              <a:t>vehicula</a:t>
            </a:r>
            <a:r>
              <a:rPr lang="en-US"/>
              <a:t> </a:t>
            </a:r>
            <a:r>
              <a:rPr lang="en-US" err="1"/>
              <a:t>quis</a:t>
            </a:r>
            <a:r>
              <a:rPr lang="en-US"/>
              <a:t> </a:t>
            </a:r>
            <a:r>
              <a:rPr lang="en-US" err="1"/>
              <a:t>feugiat</a:t>
            </a:r>
            <a:r>
              <a:rPr lang="en-US"/>
              <a:t> sed, </a:t>
            </a:r>
            <a:r>
              <a:rPr lang="en-US" err="1"/>
              <a:t>aliquet</a:t>
            </a:r>
            <a:r>
              <a:rPr lang="en-US"/>
              <a:t> </a:t>
            </a:r>
            <a:r>
              <a:rPr lang="en-US" err="1"/>
              <a:t>quis</a:t>
            </a:r>
            <a:r>
              <a:rPr lang="en-US"/>
              <a:t> eros.</a:t>
            </a:r>
          </a:p>
        </p:txBody>
      </p:sp>
      <p:sp>
        <p:nvSpPr>
          <p:cNvPr id="8" name="Rectangle 7">
            <a:extLst>
              <a:ext uri="{FF2B5EF4-FFF2-40B4-BE49-F238E27FC236}">
                <a16:creationId xmlns:a16="http://schemas.microsoft.com/office/drawing/2014/main" id="{B21A85F4-FED3-424A-A059-8B91AF23D35D}"/>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6" y="397384"/>
            <a:ext cx="11612880" cy="600934"/>
          </a:xfrm>
        </p:spPr>
        <p:txBody>
          <a:bodyPr wrap="square" tIns="0" rIns="0" bIns="0">
            <a:spAutoFit/>
          </a:bodyPr>
          <a:lstStyle>
            <a:lvl1pPr>
              <a:defRPr sz="4399">
                <a:latin typeface="+mj-lt"/>
              </a:defRPr>
            </a:lvl1pPr>
          </a:lstStyle>
          <a:p>
            <a:r>
              <a:rPr lang="en-US"/>
              <a:t>Title</a:t>
            </a:r>
          </a:p>
        </p:txBody>
      </p:sp>
      <p:sp>
        <p:nvSpPr>
          <p:cNvPr id="11" name="Slide Number Placeholder 6">
            <a:extLst>
              <a:ext uri="{FF2B5EF4-FFF2-40B4-BE49-F238E27FC236}">
                <a16:creationId xmlns:a16="http://schemas.microsoft.com/office/drawing/2014/main" id="{D0EB6A83-82B4-4821-9E6D-CFC9C50B2953}"/>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22899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asic Title, Subtitle &amp; Content">
    <p:bg>
      <p:bgPr>
        <a:solidFill>
          <a:schemeClr val="bg1"/>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BED7C366-0283-43DA-83C6-5EA7A966408D}"/>
              </a:ext>
            </a:extLst>
          </p:cNvPr>
          <p:cNvSpPr>
            <a:spLocks noGrp="1"/>
          </p:cNvSpPr>
          <p:nvPr>
            <p:ph type="body" idx="29" hasCustomPrompt="1"/>
          </p:nvPr>
        </p:nvSpPr>
        <p:spPr>
          <a:xfrm>
            <a:off x="296863" y="2492968"/>
            <a:ext cx="7552593" cy="1096454"/>
          </a:xfrm>
        </p:spPr>
        <p:txBody>
          <a:bodyPr wrap="square" anchor="t" anchorCtr="0">
            <a:spAutoFit/>
          </a:bodyPr>
          <a:lstStyle>
            <a:lvl1pPr marL="0" indent="0">
              <a:buFontTx/>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wrap="square" tIns="0" rIns="0" bIns="0">
            <a:spAutoFit/>
          </a:bodyPr>
          <a:lstStyle>
            <a:lvl1pPr>
              <a:defRPr sz="4399">
                <a:latin typeface="+mj-lt"/>
              </a:defRPr>
            </a:lvl1pPr>
          </a:lstStyle>
          <a:p>
            <a:r>
              <a:rPr lang="en-US"/>
              <a:t>Title</a:t>
            </a:r>
          </a:p>
        </p:txBody>
      </p:sp>
      <p:sp>
        <p:nvSpPr>
          <p:cNvPr id="16" name="Rectangle 15">
            <a:extLst>
              <a:ext uri="{FF2B5EF4-FFF2-40B4-BE49-F238E27FC236}">
                <a16:creationId xmlns:a16="http://schemas.microsoft.com/office/drawing/2014/main" id="{1E43C2B4-9830-CE46-A39E-B560CDCB4753}"/>
              </a:ext>
            </a:extLst>
          </p:cNvPr>
          <p:cNvSpPr/>
          <p:nvPr/>
        </p:nvSpPr>
        <p:spPr bwMode="ltGray">
          <a:xfrm>
            <a:off x="1" y="1295401"/>
            <a:ext cx="12192000" cy="889001"/>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7" name="Text Placeholder 9">
            <a:extLst>
              <a:ext uri="{FF2B5EF4-FFF2-40B4-BE49-F238E27FC236}">
                <a16:creationId xmlns:a16="http://schemas.microsoft.com/office/drawing/2014/main" id="{DF28EDDF-AD99-7C44-B415-989893C46A43}"/>
              </a:ext>
            </a:extLst>
          </p:cNvPr>
          <p:cNvSpPr>
            <a:spLocks noGrp="1"/>
          </p:cNvSpPr>
          <p:nvPr>
            <p:ph type="body" sz="quarter" idx="15" hasCustomPrompt="1"/>
          </p:nvPr>
        </p:nvSpPr>
        <p:spPr>
          <a:xfrm>
            <a:off x="296826" y="1565623"/>
            <a:ext cx="11612880" cy="348557"/>
          </a:xfrm>
        </p:spPr>
        <p:txBody>
          <a:bodyPr wrap="square" anchor="ctr" anchorCtr="0">
            <a:spAutoFit/>
          </a:bodyPr>
          <a:lstStyle>
            <a:lvl1pPr marL="0" indent="0">
              <a:buNone/>
              <a:defRPr sz="1799">
                <a:latin typeface="+mn-lt"/>
              </a:defRPr>
            </a:lvl1pPr>
          </a:lstStyle>
          <a:p>
            <a:pPr lvl="0"/>
            <a:r>
              <a:rPr lang="en-US"/>
              <a:t>Secondary level text goes here. Lorem ipsum dolor sit </a:t>
            </a:r>
            <a:r>
              <a:rPr lang="en-US" err="1"/>
              <a:t>amet</a:t>
            </a:r>
            <a:r>
              <a:rPr lang="en-US"/>
              <a:t>.</a:t>
            </a:r>
          </a:p>
        </p:txBody>
      </p:sp>
      <p:sp>
        <p:nvSpPr>
          <p:cNvPr id="10" name="Slide Number Placeholder 6">
            <a:extLst>
              <a:ext uri="{FF2B5EF4-FFF2-40B4-BE49-F238E27FC236}">
                <a16:creationId xmlns:a16="http://schemas.microsoft.com/office/drawing/2014/main" id="{634455EC-817E-4DFC-8A82-3AE564282352}"/>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21629472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title &amp; Content">
    <p:bg>
      <p:bgPr>
        <a:solidFill>
          <a:schemeClr val="bg1"/>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E3AA8B4D-DD55-41D3-B7B0-2F86676B8C7A}"/>
              </a:ext>
            </a:extLst>
          </p:cNvPr>
          <p:cNvSpPr>
            <a:spLocks noGrp="1"/>
          </p:cNvSpPr>
          <p:nvPr>
            <p:ph type="body" idx="37" hasCustomPrompt="1"/>
          </p:nvPr>
        </p:nvSpPr>
        <p:spPr>
          <a:xfrm>
            <a:off x="4287520" y="1609726"/>
            <a:ext cx="7647806" cy="2307183"/>
          </a:xfrm>
        </p:spPr>
        <p:txBody>
          <a:bodyPr wrap="square"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p:txBody>
      </p:sp>
      <p:sp>
        <p:nvSpPr>
          <p:cNvPr id="8" name="Rectangle 7">
            <a:extLst>
              <a:ext uri="{FF2B5EF4-FFF2-40B4-BE49-F238E27FC236}">
                <a16:creationId xmlns:a16="http://schemas.microsoft.com/office/drawing/2014/main" id="{B21A85F4-FED3-424A-A059-8B91AF23D35D}"/>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6" y="397384"/>
            <a:ext cx="11612880" cy="600934"/>
          </a:xfrm>
        </p:spPr>
        <p:txBody>
          <a:bodyPr wrap="square" tIns="0" rIns="0" bIns="0">
            <a:spAutoFit/>
          </a:bodyPr>
          <a:lstStyle>
            <a:lvl1pPr>
              <a:lnSpc>
                <a:spcPct val="85000"/>
              </a:lnSpc>
              <a:defRPr sz="4399">
                <a:latin typeface="+mj-lt"/>
              </a:defRPr>
            </a:lvl1pPr>
          </a:lstStyle>
          <a:p>
            <a:r>
              <a:rPr lang="en-US"/>
              <a:t>Title</a:t>
            </a:r>
          </a:p>
        </p:txBody>
      </p:sp>
      <p:sp>
        <p:nvSpPr>
          <p:cNvPr id="5" name="Text Placeholder 4">
            <a:extLst>
              <a:ext uri="{FF2B5EF4-FFF2-40B4-BE49-F238E27FC236}">
                <a16:creationId xmlns:a16="http://schemas.microsoft.com/office/drawing/2014/main" id="{08FB926F-0EA3-394E-A37B-B2113E63EFCB}"/>
              </a:ext>
            </a:extLst>
          </p:cNvPr>
          <p:cNvSpPr>
            <a:spLocks noGrp="1"/>
          </p:cNvSpPr>
          <p:nvPr>
            <p:ph type="body" sz="quarter" idx="14" hasCustomPrompt="1"/>
          </p:nvPr>
        </p:nvSpPr>
        <p:spPr>
          <a:xfrm>
            <a:off x="298808" y="1609725"/>
            <a:ext cx="3657601" cy="878702"/>
          </a:xfrm>
        </p:spPr>
        <p:txBody>
          <a:bodyPr anchor="t" anchorCtr="0">
            <a:spAutoFit/>
          </a:bodyPr>
          <a:lstStyle>
            <a:lvl1pPr marL="0" indent="0">
              <a:buNone/>
              <a:defRPr>
                <a:latin typeface="+mn-lt"/>
              </a:defRPr>
            </a:lvl1pPr>
          </a:lstStyle>
          <a:p>
            <a:pPr lvl="0"/>
            <a:r>
              <a:rPr lang="en-US"/>
              <a:t>Subtitle here. Lorem ipsum dolor sit </a:t>
            </a:r>
            <a:r>
              <a:rPr lang="en-US" err="1"/>
              <a:t>amet</a:t>
            </a:r>
            <a:r>
              <a:rPr lang="en-US"/>
              <a:t>.</a:t>
            </a:r>
          </a:p>
        </p:txBody>
      </p:sp>
      <p:sp>
        <p:nvSpPr>
          <p:cNvPr id="14" name="Slide Number Placeholder 6">
            <a:extLst>
              <a:ext uri="{FF2B5EF4-FFF2-40B4-BE49-F238E27FC236}">
                <a16:creationId xmlns:a16="http://schemas.microsoft.com/office/drawing/2014/main" id="{0F1F3520-1E00-4339-9F50-FEDE0FCAC749}"/>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6267026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le &amp; 2 Columns">
    <p:bg>
      <p:bgPr>
        <a:solidFill>
          <a:schemeClr val="bg1"/>
        </a:solidFill>
        <a:effectLst/>
      </p:bgPr>
    </p:bg>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D4CA49AF-6AB2-4D07-A71E-0613B8FB2BBA}"/>
              </a:ext>
            </a:extLst>
          </p:cNvPr>
          <p:cNvSpPr>
            <a:spLocks noGrp="1"/>
          </p:cNvSpPr>
          <p:nvPr>
            <p:ph type="body" idx="29" hasCustomPrompt="1"/>
          </p:nvPr>
        </p:nvSpPr>
        <p:spPr>
          <a:xfrm>
            <a:off x="312761" y="1755410"/>
            <a:ext cx="5700563" cy="2599430"/>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a:t>
            </a:r>
          </a:p>
        </p:txBody>
      </p:sp>
      <p:sp>
        <p:nvSpPr>
          <p:cNvPr id="11" name="Text Placeholder 2">
            <a:extLst>
              <a:ext uri="{FF2B5EF4-FFF2-40B4-BE49-F238E27FC236}">
                <a16:creationId xmlns:a16="http://schemas.microsoft.com/office/drawing/2014/main" id="{0AA35B3B-94F1-4DE4-9FB5-CC73CB28DF40}"/>
              </a:ext>
            </a:extLst>
          </p:cNvPr>
          <p:cNvSpPr>
            <a:spLocks noGrp="1"/>
          </p:cNvSpPr>
          <p:nvPr>
            <p:ph type="body" idx="1" hasCustomPrompt="1"/>
          </p:nvPr>
        </p:nvSpPr>
        <p:spPr>
          <a:xfrm>
            <a:off x="6220269" y="1755410"/>
            <a:ext cx="5700563" cy="2599430"/>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cxnSp>
        <p:nvCxnSpPr>
          <p:cNvPr id="16" name="Straight Connector 15">
            <a:extLst>
              <a:ext uri="{FF2B5EF4-FFF2-40B4-BE49-F238E27FC236}">
                <a16:creationId xmlns:a16="http://schemas.microsoft.com/office/drawing/2014/main" id="{6318BB02-8B78-3F40-A553-69763D21178F}"/>
              </a:ext>
            </a:extLst>
          </p:cNvPr>
          <p:cNvCxnSpPr>
            <a:cxnSpLocks/>
          </p:cNvCxnSpPr>
          <p:nvPr/>
        </p:nvCxnSpPr>
        <p:spPr>
          <a:xfrm>
            <a:off x="312761" y="1676400"/>
            <a:ext cx="570657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619A5C-24C9-3E4F-BC6E-B885D452657A}"/>
              </a:ext>
            </a:extLst>
          </p:cNvPr>
          <p:cNvCxnSpPr>
            <a:cxnSpLocks/>
          </p:cNvCxnSpPr>
          <p:nvPr/>
        </p:nvCxnSpPr>
        <p:spPr>
          <a:xfrm>
            <a:off x="6220269" y="1676400"/>
            <a:ext cx="571658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Slide Number Placeholder 6">
            <a:extLst>
              <a:ext uri="{FF2B5EF4-FFF2-40B4-BE49-F238E27FC236}">
                <a16:creationId xmlns:a16="http://schemas.microsoft.com/office/drawing/2014/main" id="{D01DA2DA-9A5A-4A90-B454-D3B5FC08774A}"/>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455492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amp; 2 Columns">
    <p:bg>
      <p:bgPr>
        <a:solidFill>
          <a:schemeClr val="bg1"/>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BED7C366-0283-43DA-83C6-5EA7A966408D}"/>
              </a:ext>
            </a:extLst>
          </p:cNvPr>
          <p:cNvSpPr>
            <a:spLocks noGrp="1"/>
          </p:cNvSpPr>
          <p:nvPr>
            <p:ph type="body" idx="29" hasCustomPrompt="1"/>
          </p:nvPr>
        </p:nvSpPr>
        <p:spPr>
          <a:xfrm>
            <a:off x="296863" y="2492969"/>
            <a:ext cx="5700563" cy="1722523"/>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5" name="Text Placeholder 2">
            <a:extLst>
              <a:ext uri="{FF2B5EF4-FFF2-40B4-BE49-F238E27FC236}">
                <a16:creationId xmlns:a16="http://schemas.microsoft.com/office/drawing/2014/main" id="{DB300564-33AD-460C-B57B-832D8FFB0257}"/>
              </a:ext>
            </a:extLst>
          </p:cNvPr>
          <p:cNvSpPr>
            <a:spLocks noGrp="1"/>
          </p:cNvSpPr>
          <p:nvPr>
            <p:ph type="body" idx="1" hasCustomPrompt="1"/>
          </p:nvPr>
        </p:nvSpPr>
        <p:spPr>
          <a:xfrm>
            <a:off x="6218286" y="2492968"/>
            <a:ext cx="5700563" cy="1722523"/>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sp>
        <p:nvSpPr>
          <p:cNvPr id="16" name="Rectangle 15">
            <a:extLst>
              <a:ext uri="{FF2B5EF4-FFF2-40B4-BE49-F238E27FC236}">
                <a16:creationId xmlns:a16="http://schemas.microsoft.com/office/drawing/2014/main" id="{1E43C2B4-9830-CE46-A39E-B560CDCB4753}"/>
              </a:ext>
            </a:extLst>
          </p:cNvPr>
          <p:cNvSpPr/>
          <p:nvPr/>
        </p:nvSpPr>
        <p:spPr bwMode="ltGray">
          <a:xfrm>
            <a:off x="1" y="1295401"/>
            <a:ext cx="12192000" cy="889001"/>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7" name="Text Placeholder 9">
            <a:extLst>
              <a:ext uri="{FF2B5EF4-FFF2-40B4-BE49-F238E27FC236}">
                <a16:creationId xmlns:a16="http://schemas.microsoft.com/office/drawing/2014/main" id="{DF28EDDF-AD99-7C44-B415-989893C46A43}"/>
              </a:ext>
            </a:extLst>
          </p:cNvPr>
          <p:cNvSpPr>
            <a:spLocks noGrp="1"/>
          </p:cNvSpPr>
          <p:nvPr>
            <p:ph type="body" sz="quarter" idx="15" hasCustomPrompt="1"/>
          </p:nvPr>
        </p:nvSpPr>
        <p:spPr>
          <a:xfrm>
            <a:off x="296825" y="1565623"/>
            <a:ext cx="11612880" cy="348557"/>
          </a:xfrm>
        </p:spPr>
        <p:txBody>
          <a:bodyPr anchor="ctr" anchorCtr="0">
            <a:spAutoFit/>
          </a:bodyPr>
          <a:lstStyle>
            <a:lvl1pPr marL="0" indent="0">
              <a:buNone/>
              <a:defRPr sz="1799">
                <a:latin typeface="+mn-lt"/>
              </a:defRPr>
            </a:lvl1pPr>
          </a:lstStyle>
          <a:p>
            <a:pPr lvl="0"/>
            <a:r>
              <a:rPr lang="en-US"/>
              <a:t>Secondary level text goes here. Lorem ipsum dolor sit </a:t>
            </a:r>
            <a:r>
              <a:rPr lang="en-US" err="1"/>
              <a:t>amet</a:t>
            </a:r>
            <a:r>
              <a:rPr lang="en-US"/>
              <a:t>.</a:t>
            </a:r>
          </a:p>
        </p:txBody>
      </p:sp>
      <p:sp>
        <p:nvSpPr>
          <p:cNvPr id="10" name="Slide Number Placeholder 6">
            <a:extLst>
              <a:ext uri="{FF2B5EF4-FFF2-40B4-BE49-F238E27FC236}">
                <a16:creationId xmlns:a16="http://schemas.microsoft.com/office/drawing/2014/main" id="{634455EC-817E-4DFC-8A82-3AE564282352}"/>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040526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mp; 3 Vertical Columns">
    <p:bg>
      <p:bgPr>
        <a:solidFill>
          <a:schemeClr val="bg1"/>
        </a:solidFill>
        <a:effectLst/>
      </p:bgPr>
    </p:bg>
    <p:spTree>
      <p:nvGrpSpPr>
        <p:cNvPr id="1" name=""/>
        <p:cNvGrpSpPr/>
        <p:nvPr/>
      </p:nvGrpSpPr>
      <p:grpSpPr>
        <a:xfrm>
          <a:off x="0" y="0"/>
          <a:ext cx="0" cy="0"/>
          <a:chOff x="0" y="0"/>
          <a:chExt cx="0" cy="0"/>
        </a:xfrm>
      </p:grpSpPr>
      <p:sp>
        <p:nvSpPr>
          <p:cNvPr id="15" name="Text Placeholder 3">
            <a:extLst>
              <a:ext uri="{FF2B5EF4-FFF2-40B4-BE49-F238E27FC236}">
                <a16:creationId xmlns:a16="http://schemas.microsoft.com/office/drawing/2014/main" id="{9C24331E-1638-4459-8142-AE0264663874}"/>
              </a:ext>
            </a:extLst>
          </p:cNvPr>
          <p:cNvSpPr>
            <a:spLocks noGrp="1"/>
          </p:cNvSpPr>
          <p:nvPr>
            <p:ph type="body" sz="quarter" idx="38" hasCustomPrompt="1"/>
          </p:nvPr>
        </p:nvSpPr>
        <p:spPr>
          <a:xfrm>
            <a:off x="298808" y="1751888"/>
            <a:ext cx="3750199" cy="3098028"/>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cxnSp>
        <p:nvCxnSpPr>
          <p:cNvPr id="26" name="Straight Connector 25">
            <a:extLst>
              <a:ext uri="{FF2B5EF4-FFF2-40B4-BE49-F238E27FC236}">
                <a16:creationId xmlns:a16="http://schemas.microsoft.com/office/drawing/2014/main" id="{A93DA1AB-09A5-314D-BCCB-6945E5818024}"/>
              </a:ext>
            </a:extLst>
          </p:cNvPr>
          <p:cNvCxnSpPr>
            <a:cxnSpLocks/>
          </p:cNvCxnSpPr>
          <p:nvPr/>
        </p:nvCxnSpPr>
        <p:spPr>
          <a:xfrm>
            <a:off x="298807" y="1676400"/>
            <a:ext cx="366364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F1F258-3B13-754D-AC48-D4E7BD8DB305}"/>
              </a:ext>
            </a:extLst>
          </p:cNvPr>
          <p:cNvCxnSpPr>
            <a:cxnSpLocks/>
          </p:cNvCxnSpPr>
          <p:nvPr/>
        </p:nvCxnSpPr>
        <p:spPr>
          <a:xfrm>
            <a:off x="4234720" y="1676400"/>
            <a:ext cx="375573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2124D61-157D-5A41-AC8A-71BDF25C5052}"/>
              </a:ext>
            </a:extLst>
          </p:cNvPr>
          <p:cNvCxnSpPr>
            <a:cxnSpLocks/>
          </p:cNvCxnSpPr>
          <p:nvPr/>
        </p:nvCxnSpPr>
        <p:spPr>
          <a:xfrm>
            <a:off x="8170632" y="1676400"/>
            <a:ext cx="375261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3">
            <a:extLst>
              <a:ext uri="{FF2B5EF4-FFF2-40B4-BE49-F238E27FC236}">
                <a16:creationId xmlns:a16="http://schemas.microsoft.com/office/drawing/2014/main" id="{0C60BDC8-1BA3-49C3-B443-05C9279F27DA}"/>
              </a:ext>
            </a:extLst>
          </p:cNvPr>
          <p:cNvSpPr>
            <a:spLocks noGrp="1"/>
          </p:cNvSpPr>
          <p:nvPr>
            <p:ph type="body" sz="quarter" idx="41" hasCustomPrompt="1"/>
          </p:nvPr>
        </p:nvSpPr>
        <p:spPr>
          <a:xfrm>
            <a:off x="4234721" y="1755648"/>
            <a:ext cx="3750199" cy="3098028"/>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p:txBody>
      </p:sp>
      <p:sp>
        <p:nvSpPr>
          <p:cNvPr id="22" name="Text Placeholder 3">
            <a:extLst>
              <a:ext uri="{FF2B5EF4-FFF2-40B4-BE49-F238E27FC236}">
                <a16:creationId xmlns:a16="http://schemas.microsoft.com/office/drawing/2014/main" id="{BFDE5049-BDDE-4EAA-8277-983CD14E1184}"/>
              </a:ext>
            </a:extLst>
          </p:cNvPr>
          <p:cNvSpPr>
            <a:spLocks noGrp="1"/>
          </p:cNvSpPr>
          <p:nvPr>
            <p:ph type="body" sz="quarter" idx="42" hasCustomPrompt="1"/>
          </p:nvPr>
        </p:nvSpPr>
        <p:spPr>
          <a:xfrm>
            <a:off x="8170633" y="1755648"/>
            <a:ext cx="3750199" cy="3098028"/>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p:txBody>
      </p:sp>
      <p:sp>
        <p:nvSpPr>
          <p:cNvPr id="14" name="Slide Number Placeholder 6">
            <a:extLst>
              <a:ext uri="{FF2B5EF4-FFF2-40B4-BE49-F238E27FC236}">
                <a16:creationId xmlns:a16="http://schemas.microsoft.com/office/drawing/2014/main" id="{CDF2CF8B-BB79-49A9-9E24-8E7210963283}"/>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1899534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lte &amp; 3 Vertical Columns">
    <p:bg>
      <p:bgPr>
        <a:solidFill>
          <a:schemeClr val="bg1"/>
        </a:solidFill>
        <a:effectLst/>
      </p:bgPr>
    </p:bg>
    <p:spTree>
      <p:nvGrpSpPr>
        <p:cNvPr id="1" name=""/>
        <p:cNvGrpSpPr/>
        <p:nvPr/>
      </p:nvGrpSpPr>
      <p:grpSpPr>
        <a:xfrm>
          <a:off x="0" y="0"/>
          <a:ext cx="0" cy="0"/>
          <a:chOff x="0" y="0"/>
          <a:chExt cx="0" cy="0"/>
        </a:xfrm>
      </p:grpSpPr>
      <p:sp>
        <p:nvSpPr>
          <p:cNvPr id="28" name="Text Placeholder 3">
            <a:extLst>
              <a:ext uri="{FF2B5EF4-FFF2-40B4-BE49-F238E27FC236}">
                <a16:creationId xmlns:a16="http://schemas.microsoft.com/office/drawing/2014/main" id="{851D82BA-2CF0-49C2-A05B-8162B5F86313}"/>
              </a:ext>
            </a:extLst>
          </p:cNvPr>
          <p:cNvSpPr>
            <a:spLocks noGrp="1"/>
          </p:cNvSpPr>
          <p:nvPr>
            <p:ph type="body" sz="quarter" idx="40" hasCustomPrompt="1"/>
          </p:nvPr>
        </p:nvSpPr>
        <p:spPr>
          <a:xfrm>
            <a:off x="8168650" y="2467949"/>
            <a:ext cx="3750199" cy="1757639"/>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p:txBody>
      </p:sp>
      <p:sp>
        <p:nvSpPr>
          <p:cNvPr id="27" name="Text Placeholder 3">
            <a:extLst>
              <a:ext uri="{FF2B5EF4-FFF2-40B4-BE49-F238E27FC236}">
                <a16:creationId xmlns:a16="http://schemas.microsoft.com/office/drawing/2014/main" id="{47997759-B12D-4DA8-A6BE-DC032712044A}"/>
              </a:ext>
            </a:extLst>
          </p:cNvPr>
          <p:cNvSpPr>
            <a:spLocks noGrp="1"/>
          </p:cNvSpPr>
          <p:nvPr>
            <p:ph type="body" sz="quarter" idx="39" hasCustomPrompt="1"/>
          </p:nvPr>
        </p:nvSpPr>
        <p:spPr>
          <a:xfrm>
            <a:off x="4254355" y="2467949"/>
            <a:ext cx="3750199" cy="1757639"/>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p:txBody>
      </p:sp>
      <p:sp>
        <p:nvSpPr>
          <p:cNvPr id="37" name="Rectangle 36">
            <a:extLst>
              <a:ext uri="{FF2B5EF4-FFF2-40B4-BE49-F238E27FC236}">
                <a16:creationId xmlns:a16="http://schemas.microsoft.com/office/drawing/2014/main" id="{81706409-1638-CF42-BBFF-6E2EEACF4246}"/>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63" name="Title 1">
            <a:extLst>
              <a:ext uri="{FF2B5EF4-FFF2-40B4-BE49-F238E27FC236}">
                <a16:creationId xmlns:a16="http://schemas.microsoft.com/office/drawing/2014/main" id="{54F92A84-5541-104C-A5CF-C6291C2F6DDD}"/>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sp>
        <p:nvSpPr>
          <p:cNvPr id="18" name="Text Placeholder 3">
            <a:extLst>
              <a:ext uri="{FF2B5EF4-FFF2-40B4-BE49-F238E27FC236}">
                <a16:creationId xmlns:a16="http://schemas.microsoft.com/office/drawing/2014/main" id="{BA9ED2A4-0132-4073-A571-12EBCE3F1A9B}"/>
              </a:ext>
            </a:extLst>
          </p:cNvPr>
          <p:cNvSpPr>
            <a:spLocks noGrp="1"/>
          </p:cNvSpPr>
          <p:nvPr>
            <p:ph type="body" sz="quarter" idx="38" hasCustomPrompt="1"/>
          </p:nvPr>
        </p:nvSpPr>
        <p:spPr>
          <a:xfrm>
            <a:off x="340057" y="2467949"/>
            <a:ext cx="3750199" cy="1757639"/>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p:txBody>
      </p:sp>
      <p:sp>
        <p:nvSpPr>
          <p:cNvPr id="19" name="Slide Number Placeholder 6">
            <a:extLst>
              <a:ext uri="{FF2B5EF4-FFF2-40B4-BE49-F238E27FC236}">
                <a16:creationId xmlns:a16="http://schemas.microsoft.com/office/drawing/2014/main" id="{94775A7B-416A-4409-966D-D7AD42E2DD6F}"/>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
        <p:nvSpPr>
          <p:cNvPr id="23" name="Rectangle 22">
            <a:extLst>
              <a:ext uri="{FF2B5EF4-FFF2-40B4-BE49-F238E27FC236}">
                <a16:creationId xmlns:a16="http://schemas.microsoft.com/office/drawing/2014/main" id="{4B4B948A-C572-406C-A3D5-474CF7ADBB3E}"/>
              </a:ext>
            </a:extLst>
          </p:cNvPr>
          <p:cNvSpPr/>
          <p:nvPr/>
        </p:nvSpPr>
        <p:spPr bwMode="ltGray">
          <a:xfrm>
            <a:off x="1" y="1295401"/>
            <a:ext cx="12192000" cy="889001"/>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4" name="Text Placeholder 9">
            <a:extLst>
              <a:ext uri="{FF2B5EF4-FFF2-40B4-BE49-F238E27FC236}">
                <a16:creationId xmlns:a16="http://schemas.microsoft.com/office/drawing/2014/main" id="{F2D77A8F-BAED-4D18-829F-F40BDC6A815A}"/>
              </a:ext>
            </a:extLst>
          </p:cNvPr>
          <p:cNvSpPr>
            <a:spLocks noGrp="1"/>
          </p:cNvSpPr>
          <p:nvPr>
            <p:ph type="body" sz="quarter" idx="15" hasCustomPrompt="1"/>
          </p:nvPr>
        </p:nvSpPr>
        <p:spPr>
          <a:xfrm>
            <a:off x="296825" y="1565623"/>
            <a:ext cx="11612880" cy="348557"/>
          </a:xfrm>
        </p:spPr>
        <p:txBody>
          <a:bodyPr anchor="ctr" anchorCtr="0">
            <a:spAutoFit/>
          </a:bodyPr>
          <a:lstStyle>
            <a:lvl1pPr marL="0" indent="0">
              <a:buNone/>
              <a:defRPr sz="1799">
                <a:latin typeface="+mn-lt"/>
              </a:defRPr>
            </a:lvl1pPr>
          </a:lstStyle>
          <a:p>
            <a:pPr lvl="0"/>
            <a:r>
              <a:rPr lang="en-US"/>
              <a:t>Secondary level text goes here. Lorem ipsum dolor sit </a:t>
            </a:r>
            <a:r>
              <a:rPr lang="en-US" err="1"/>
              <a:t>amet</a:t>
            </a:r>
            <a:r>
              <a:rPr lang="en-US"/>
              <a:t>.</a:t>
            </a:r>
          </a:p>
        </p:txBody>
      </p:sp>
    </p:spTree>
    <p:extLst>
      <p:ext uri="{BB962C8B-B14F-4D97-AF65-F5344CB8AC3E}">
        <p14:creationId xmlns:p14="http://schemas.microsoft.com/office/powerpoint/2010/main" val="6302330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Large Quote &amp; Content Left">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DD02BB2-A349-B449-B34B-9F8A7EDCAE6A}"/>
              </a:ext>
            </a:extLst>
          </p:cNvPr>
          <p:cNvSpPr/>
          <p:nvPr/>
        </p:nvSpPr>
        <p:spPr bwMode="ltGray">
          <a:xfrm>
            <a:off x="0" y="0"/>
            <a:ext cx="609600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0" name="Title 1">
            <a:extLst>
              <a:ext uri="{FF2B5EF4-FFF2-40B4-BE49-F238E27FC236}">
                <a16:creationId xmlns:a16="http://schemas.microsoft.com/office/drawing/2014/main" id="{D18F3173-9FEE-4E7C-BA45-2930862CFED5}"/>
              </a:ext>
            </a:extLst>
          </p:cNvPr>
          <p:cNvSpPr>
            <a:spLocks noGrp="1"/>
          </p:cNvSpPr>
          <p:nvPr>
            <p:ph type="title" hasCustomPrompt="1"/>
          </p:nvPr>
        </p:nvSpPr>
        <p:spPr>
          <a:xfrm>
            <a:off x="298808" y="271727"/>
            <a:ext cx="5542434" cy="2995435"/>
          </a:xfrm>
        </p:spPr>
        <p:txBody>
          <a:bodyPr anchor="t" anchorCtr="0">
            <a:spAutoFit/>
          </a:bodyPr>
          <a:lstStyle/>
          <a:p>
            <a:r>
              <a:rPr lang="en-US"/>
              <a:t>Shout out some text from the body, quote.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6" name="Text Placeholder 2">
            <a:extLst>
              <a:ext uri="{FF2B5EF4-FFF2-40B4-BE49-F238E27FC236}">
                <a16:creationId xmlns:a16="http://schemas.microsoft.com/office/drawing/2014/main" id="{DBE5A314-1DF1-4E3E-AE3B-581320FCAF46}"/>
              </a:ext>
            </a:extLst>
          </p:cNvPr>
          <p:cNvSpPr>
            <a:spLocks noGrp="1"/>
          </p:cNvSpPr>
          <p:nvPr>
            <p:ph type="body" idx="31" hasCustomPrompt="1"/>
          </p:nvPr>
        </p:nvSpPr>
        <p:spPr>
          <a:xfrm>
            <a:off x="6346788" y="4638424"/>
            <a:ext cx="5552445" cy="975395"/>
          </a:xfrm>
        </p:spPr>
        <p:txBody>
          <a:bodyPr wrap="square"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1" name="Text Placeholder 2">
            <a:extLst>
              <a:ext uri="{FF2B5EF4-FFF2-40B4-BE49-F238E27FC236}">
                <a16:creationId xmlns:a16="http://schemas.microsoft.com/office/drawing/2014/main" id="{69680A59-037D-4A5F-BB28-A920C7624C7D}"/>
              </a:ext>
            </a:extLst>
          </p:cNvPr>
          <p:cNvSpPr>
            <a:spLocks noGrp="1"/>
          </p:cNvSpPr>
          <p:nvPr>
            <p:ph type="body" idx="30" hasCustomPrompt="1"/>
          </p:nvPr>
        </p:nvSpPr>
        <p:spPr>
          <a:xfrm>
            <a:off x="6346788" y="2561796"/>
            <a:ext cx="5552445" cy="975395"/>
          </a:xfrm>
        </p:spPr>
        <p:txBody>
          <a:bodyPr wrap="square"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0" name="Text Placeholder 2">
            <a:extLst>
              <a:ext uri="{FF2B5EF4-FFF2-40B4-BE49-F238E27FC236}">
                <a16:creationId xmlns:a16="http://schemas.microsoft.com/office/drawing/2014/main" id="{D2ED2737-DE91-4117-9C84-0E7FAF9F7B6E}"/>
              </a:ext>
            </a:extLst>
          </p:cNvPr>
          <p:cNvSpPr>
            <a:spLocks noGrp="1"/>
          </p:cNvSpPr>
          <p:nvPr>
            <p:ph type="body" idx="1" hasCustomPrompt="1"/>
          </p:nvPr>
        </p:nvSpPr>
        <p:spPr>
          <a:xfrm>
            <a:off x="6346788" y="488854"/>
            <a:ext cx="5552445" cy="975395"/>
          </a:xfrm>
        </p:spPr>
        <p:txBody>
          <a:bodyPr wrap="square"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cxnSp>
        <p:nvCxnSpPr>
          <p:cNvPr id="12" name="Straight Connector 11">
            <a:extLst>
              <a:ext uri="{FF2B5EF4-FFF2-40B4-BE49-F238E27FC236}">
                <a16:creationId xmlns:a16="http://schemas.microsoft.com/office/drawing/2014/main" id="{B7451BD1-7885-6846-BAD1-AB34202EA6A8}"/>
              </a:ext>
            </a:extLst>
          </p:cNvPr>
          <p:cNvCxnSpPr>
            <a:cxnSpLocks/>
          </p:cNvCxnSpPr>
          <p:nvPr/>
        </p:nvCxnSpPr>
        <p:spPr>
          <a:xfrm>
            <a:off x="6346788" y="391161"/>
            <a:ext cx="555040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5DF1EEF-4D48-764E-B3F0-3142577D7CEE}"/>
              </a:ext>
            </a:extLst>
          </p:cNvPr>
          <p:cNvCxnSpPr>
            <a:cxnSpLocks/>
          </p:cNvCxnSpPr>
          <p:nvPr/>
        </p:nvCxnSpPr>
        <p:spPr>
          <a:xfrm>
            <a:off x="6346788" y="2459244"/>
            <a:ext cx="555040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C1EEDB6-380D-D349-8935-4065BB038B99}"/>
              </a:ext>
            </a:extLst>
          </p:cNvPr>
          <p:cNvCxnSpPr>
            <a:cxnSpLocks/>
          </p:cNvCxnSpPr>
          <p:nvPr/>
        </p:nvCxnSpPr>
        <p:spPr>
          <a:xfrm>
            <a:off x="6346788" y="4535872"/>
            <a:ext cx="555040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Slide Number Placeholder 6">
            <a:extLst>
              <a:ext uri="{FF2B5EF4-FFF2-40B4-BE49-F238E27FC236}">
                <a16:creationId xmlns:a16="http://schemas.microsoft.com/office/drawing/2014/main" id="{E3BD8230-1636-4B69-B199-B2F33AD4C66B}"/>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16009673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Content &amp; Wide Photo">
    <p:bg>
      <p:bgPr>
        <a:solidFill>
          <a:schemeClr val="bg1"/>
        </a:solidFill>
        <a:effectLst/>
      </p:bgPr>
    </p:bg>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AF4FD9B5-0043-474D-BBE4-602A7F33CC64}"/>
              </a:ext>
            </a:extLst>
          </p:cNvPr>
          <p:cNvSpPr>
            <a:spLocks noGrp="1"/>
          </p:cNvSpPr>
          <p:nvPr>
            <p:ph type="body" idx="33" hasCustomPrompt="1"/>
          </p:nvPr>
        </p:nvSpPr>
        <p:spPr>
          <a:xfrm>
            <a:off x="296827" y="4498657"/>
            <a:ext cx="3548977" cy="873316"/>
          </a:xfrm>
        </p:spPr>
        <p:txBody>
          <a:bodyPr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15" name="Text Placeholder 2">
            <a:extLst>
              <a:ext uri="{FF2B5EF4-FFF2-40B4-BE49-F238E27FC236}">
                <a16:creationId xmlns:a16="http://schemas.microsoft.com/office/drawing/2014/main" id="{8751B218-DDD4-4C23-94D2-8AEB4102C299}"/>
              </a:ext>
            </a:extLst>
          </p:cNvPr>
          <p:cNvSpPr>
            <a:spLocks noGrp="1"/>
          </p:cNvSpPr>
          <p:nvPr>
            <p:ph type="body" idx="1" hasCustomPrompt="1"/>
          </p:nvPr>
        </p:nvSpPr>
        <p:spPr>
          <a:xfrm>
            <a:off x="296827" y="3327778"/>
            <a:ext cx="3548977" cy="873316"/>
          </a:xfrm>
        </p:spPr>
        <p:txBody>
          <a:bodyPr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25" name="Rectangle 24">
            <a:extLst>
              <a:ext uri="{FF2B5EF4-FFF2-40B4-BE49-F238E27FC236}">
                <a16:creationId xmlns:a16="http://schemas.microsoft.com/office/drawing/2014/main" id="{4A0ECDE5-B896-FB4D-B677-6ABA81A39CFA}"/>
              </a:ext>
            </a:extLst>
          </p:cNvPr>
          <p:cNvSpPr/>
          <p:nvPr/>
        </p:nvSpPr>
        <p:spPr bwMode="ltGray">
          <a:xfrm>
            <a:off x="0" y="2045291"/>
            <a:ext cx="4038600" cy="914221"/>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0" y="0"/>
            <a:ext cx="4038600" cy="20452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5" name="Text Placeholder 4">
            <a:extLst>
              <a:ext uri="{FF2B5EF4-FFF2-40B4-BE49-F238E27FC236}">
                <a16:creationId xmlns:a16="http://schemas.microsoft.com/office/drawing/2014/main" id="{E24F65DC-BE2B-B945-A542-E02DFD30E0D1}"/>
              </a:ext>
            </a:extLst>
          </p:cNvPr>
          <p:cNvSpPr>
            <a:spLocks noGrp="1"/>
          </p:cNvSpPr>
          <p:nvPr>
            <p:ph type="body" sz="quarter" idx="14" hasCustomPrompt="1"/>
          </p:nvPr>
        </p:nvSpPr>
        <p:spPr>
          <a:xfrm>
            <a:off x="300026" y="400821"/>
            <a:ext cx="3548977" cy="600934"/>
          </a:xfrm>
        </p:spPr>
        <p:txBody>
          <a:bodyPr tIns="0" rIns="0" bIns="0" anchor="t" anchorCtr="0">
            <a:spAutoFit/>
          </a:bodyPr>
          <a:lstStyle>
            <a:lvl1pPr marL="0" indent="0">
              <a:lnSpc>
                <a:spcPct val="85000"/>
              </a:lnSpc>
              <a:buNone/>
              <a:defRPr sz="4399" baseline="0">
                <a:latin typeface="+mj-lt"/>
              </a:defRPr>
            </a:lvl1pPr>
          </a:lstStyle>
          <a:p>
            <a:pPr lvl="0"/>
            <a:r>
              <a:rPr lang="en-US"/>
              <a:t>Title</a:t>
            </a:r>
          </a:p>
        </p:txBody>
      </p:sp>
      <p:sp>
        <p:nvSpPr>
          <p:cNvPr id="10" name="Text Placeholder 9">
            <a:extLst>
              <a:ext uri="{FF2B5EF4-FFF2-40B4-BE49-F238E27FC236}">
                <a16:creationId xmlns:a16="http://schemas.microsoft.com/office/drawing/2014/main" id="{DC66D374-402D-F442-A773-209F3281EA68}"/>
              </a:ext>
            </a:extLst>
          </p:cNvPr>
          <p:cNvSpPr>
            <a:spLocks noGrp="1"/>
          </p:cNvSpPr>
          <p:nvPr>
            <p:ph type="body" sz="quarter" idx="15" hasCustomPrompt="1"/>
          </p:nvPr>
        </p:nvSpPr>
        <p:spPr>
          <a:xfrm>
            <a:off x="296827" y="2203471"/>
            <a:ext cx="3555327" cy="597856"/>
          </a:xfrm>
        </p:spPr>
        <p:txBody>
          <a:bodyPr anchor="ctr" anchorCtr="0">
            <a:spAutoFit/>
          </a:bodyPr>
          <a:lstStyle>
            <a:lvl1pPr marL="0" indent="0">
              <a:buNone/>
              <a:defRPr sz="1799"/>
            </a:lvl1pPr>
          </a:lstStyle>
          <a:p>
            <a:pPr lvl="0"/>
            <a:r>
              <a:rPr lang="en-US"/>
              <a:t>Secondary level text goes here. Lorem ipsum dolor sit </a:t>
            </a:r>
            <a:r>
              <a:rPr lang="en-US" err="1"/>
              <a:t>amet</a:t>
            </a:r>
            <a:r>
              <a:rPr lang="en-US"/>
              <a:t>.</a:t>
            </a:r>
          </a:p>
        </p:txBody>
      </p:sp>
      <p:grpSp>
        <p:nvGrpSpPr>
          <p:cNvPr id="6" name="Group 5">
            <a:extLst>
              <a:ext uri="{FF2B5EF4-FFF2-40B4-BE49-F238E27FC236}">
                <a16:creationId xmlns:a16="http://schemas.microsoft.com/office/drawing/2014/main" id="{26C93313-5C7D-47F1-9938-FD5AE1BF45B6}"/>
              </a:ext>
            </a:extLst>
          </p:cNvPr>
          <p:cNvGrpSpPr/>
          <p:nvPr/>
        </p:nvGrpSpPr>
        <p:grpSpPr>
          <a:xfrm>
            <a:off x="296827" y="3257460"/>
            <a:ext cx="3548977" cy="1166547"/>
            <a:chOff x="296826" y="3532761"/>
            <a:chExt cx="3459129" cy="1166547"/>
          </a:xfrm>
        </p:grpSpPr>
        <p:cxnSp>
          <p:nvCxnSpPr>
            <p:cNvPr id="28" name="Straight Connector 27">
              <a:extLst>
                <a:ext uri="{FF2B5EF4-FFF2-40B4-BE49-F238E27FC236}">
                  <a16:creationId xmlns:a16="http://schemas.microsoft.com/office/drawing/2014/main" id="{0AF580AC-46C0-1F40-84DD-2BC5E26D00D7}"/>
                </a:ext>
              </a:extLst>
            </p:cNvPr>
            <p:cNvCxnSpPr>
              <a:cxnSpLocks/>
            </p:cNvCxnSpPr>
            <p:nvPr userDrawn="1"/>
          </p:nvCxnSpPr>
          <p:spPr>
            <a:xfrm>
              <a:off x="296826" y="3532761"/>
              <a:ext cx="34591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EAA79F3-4B6D-A247-B9EE-7EA4867AE92C}"/>
                </a:ext>
              </a:extLst>
            </p:cNvPr>
            <p:cNvCxnSpPr>
              <a:cxnSpLocks/>
            </p:cNvCxnSpPr>
            <p:nvPr userDrawn="1"/>
          </p:nvCxnSpPr>
          <p:spPr>
            <a:xfrm>
              <a:off x="296826" y="4699308"/>
              <a:ext cx="34591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Picture Placeholder 2">
            <a:extLst>
              <a:ext uri="{FF2B5EF4-FFF2-40B4-BE49-F238E27FC236}">
                <a16:creationId xmlns:a16="http://schemas.microsoft.com/office/drawing/2014/main" id="{CAAA4B92-4A3B-FE4A-BAB2-B95CDF36E17D}"/>
              </a:ext>
            </a:extLst>
          </p:cNvPr>
          <p:cNvSpPr>
            <a:spLocks noGrp="1"/>
          </p:cNvSpPr>
          <p:nvPr>
            <p:ph type="pic" sz="quarter" idx="32" hasCustomPrompt="1"/>
          </p:nvPr>
        </p:nvSpPr>
        <p:spPr>
          <a:xfrm>
            <a:off x="4038600" y="0"/>
            <a:ext cx="8153400" cy="6858000"/>
          </a:xfrm>
          <a:solidFill>
            <a:schemeClr val="bg1">
              <a:lumMod val="75000"/>
            </a:schemeClr>
          </a:solidFill>
        </p:spPr>
        <p:txBody>
          <a:bodyPr bIns="2743200" anchor="ctr" anchorCtr="0"/>
          <a:lstStyle>
            <a:lvl1pPr marL="0" indent="0" algn="ctr">
              <a:buNone/>
              <a:defRPr sz="1200"/>
            </a:lvl1pPr>
          </a:lstStyle>
          <a:p>
            <a:r>
              <a:rPr lang="en-US"/>
              <a:t>Click to Add Photo</a:t>
            </a:r>
          </a:p>
        </p:txBody>
      </p:sp>
      <p:sp>
        <p:nvSpPr>
          <p:cNvPr id="17" name="Slide Number Placeholder 6">
            <a:extLst>
              <a:ext uri="{FF2B5EF4-FFF2-40B4-BE49-F238E27FC236}">
                <a16:creationId xmlns:a16="http://schemas.microsoft.com/office/drawing/2014/main" id="{0E88BFA8-7D6E-4FC1-8413-B6FE24F578CC}"/>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1059281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ection Divider with Photo">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CA6D17E-E002-6C40-99AE-60D6AED6150A}"/>
              </a:ext>
            </a:extLst>
          </p:cNvPr>
          <p:cNvSpPr/>
          <p:nvPr/>
        </p:nvSpPr>
        <p:spPr bwMode="ltGray">
          <a:xfrm>
            <a:off x="0" y="1295399"/>
            <a:ext cx="6096001" cy="3389614"/>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4" name="Text Placeholder 2">
            <a:extLst>
              <a:ext uri="{FF2B5EF4-FFF2-40B4-BE49-F238E27FC236}">
                <a16:creationId xmlns:a16="http://schemas.microsoft.com/office/drawing/2014/main" id="{95079F8D-32D4-4B6A-996F-97B3E3F82A8E}"/>
              </a:ext>
            </a:extLst>
          </p:cNvPr>
          <p:cNvSpPr>
            <a:spLocks noGrp="1"/>
          </p:cNvSpPr>
          <p:nvPr>
            <p:ph type="body" idx="43" hasCustomPrompt="1"/>
          </p:nvPr>
        </p:nvSpPr>
        <p:spPr>
          <a:xfrm>
            <a:off x="301808" y="1610089"/>
            <a:ext cx="5410624" cy="2680990"/>
          </a:xfrm>
        </p:spPr>
        <p:txBody>
          <a:bodyPr anchor="t" anchorCtr="0">
            <a:spAutoFit/>
          </a:bodyPr>
          <a:lstStyle>
            <a:lvl1pPr marL="0" indent="0">
              <a:buFont typeface="Arial" panose="020B0604020202020204" pitchFamily="34" charse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da-DK"/>
              <a:t>If there is smaller text that would go here. Lorem ipsum dolor sit amet, consectetur adipiscing elit. Aliquam sed nisi vitae risus rhoncus condimentum. </a:t>
            </a:r>
          </a:p>
          <a:p>
            <a:pPr lvl="0"/>
            <a:r>
              <a:rPr lang="da-DK"/>
              <a:t>Phasellus in hendrerit magna, a accumsan velit. Morbi aliquam magna eu metus molestie fringilla. Suspendisse leo erat, condimentum sed eros in, vestibulum tincidunt elit. Pellentesque lacus arcu, varius nec urna sed, malesuada lobortis augue. Curabitur a diam ac diam rhoncus molestie porta vel diam. Nam in commodo massa.</a:t>
            </a:r>
          </a:p>
          <a:p>
            <a:pPr lvl="0"/>
            <a:r>
              <a:rPr lang="da-DK"/>
              <a:t>Quisque pretium venenatis erat ac mattis. In auctor enim vel ante pretium, vel laoreet lorem aliquet. Fusce at mauris elementum, dictum nunc eget, fringilla ex. Fusce arcu felis, vehicula quis feugiat sed, aliquet quis eros.</a:t>
            </a:r>
          </a:p>
        </p:txBody>
      </p:sp>
      <p:sp>
        <p:nvSpPr>
          <p:cNvPr id="13" name="Text Placeholder 2">
            <a:extLst>
              <a:ext uri="{FF2B5EF4-FFF2-40B4-BE49-F238E27FC236}">
                <a16:creationId xmlns:a16="http://schemas.microsoft.com/office/drawing/2014/main" id="{3395DE6A-59EA-4262-8B12-C421BAF14CAD}"/>
              </a:ext>
            </a:extLst>
          </p:cNvPr>
          <p:cNvSpPr>
            <a:spLocks noGrp="1"/>
          </p:cNvSpPr>
          <p:nvPr>
            <p:ph type="body" idx="42" hasCustomPrompt="1"/>
          </p:nvPr>
        </p:nvSpPr>
        <p:spPr>
          <a:xfrm>
            <a:off x="301808" y="4947906"/>
            <a:ext cx="5410624" cy="291618"/>
          </a:xfrm>
        </p:spPr>
        <p:txBody>
          <a:bodyPr anchor="t" anchorCtr="0">
            <a:spAutoFit/>
          </a:bodyPr>
          <a:lstStyle>
            <a:lvl1pPr marL="0" indent="0">
              <a:buFont typeface="Arial" panose="020B0604020202020204" pitchFamily="34" charset="0"/>
              <a:buNone/>
              <a:defRPr sz="1400" b="0" cap="all" baseline="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da-DK"/>
              <a:t>SECTION TITLE</a:t>
            </a:r>
          </a:p>
        </p:txBody>
      </p:sp>
      <p:sp>
        <p:nvSpPr>
          <p:cNvPr id="12" name="Text Placeholder 2">
            <a:extLst>
              <a:ext uri="{FF2B5EF4-FFF2-40B4-BE49-F238E27FC236}">
                <a16:creationId xmlns:a16="http://schemas.microsoft.com/office/drawing/2014/main" id="{90DB020F-406C-4AED-9242-A64F55F87868}"/>
              </a:ext>
            </a:extLst>
          </p:cNvPr>
          <p:cNvSpPr>
            <a:spLocks noGrp="1"/>
          </p:cNvSpPr>
          <p:nvPr>
            <p:ph type="body" idx="41" hasCustomPrompt="1"/>
          </p:nvPr>
        </p:nvSpPr>
        <p:spPr>
          <a:xfrm>
            <a:off x="301808" y="5353605"/>
            <a:ext cx="5410624" cy="833305"/>
          </a:xfrm>
        </p:spPr>
        <p:txBody>
          <a:bodyPr anchor="t" anchorCtr="0">
            <a:spAutoFit/>
          </a:bodyPr>
          <a:lstStyle>
            <a:lvl1pPr marL="0" indent="109505">
              <a:lnSpc>
                <a:spcPct val="90000"/>
              </a:lnSpc>
              <a:spcBef>
                <a:spcPts val="600"/>
              </a:spcBef>
              <a:buFont typeface="Arial" panose="020B0604020202020204" pitchFamily="34" charset="0"/>
              <a:buChar char="•"/>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da-DK"/>
              <a:t>Bullet point 1</a:t>
            </a:r>
          </a:p>
          <a:p>
            <a:pPr lvl="0"/>
            <a:r>
              <a:rPr lang="da-DK"/>
              <a:t>Bullet point 2</a:t>
            </a:r>
          </a:p>
          <a:p>
            <a:pPr lvl="0"/>
            <a:r>
              <a:rPr lang="da-DK"/>
              <a:t>Bullet point 3</a:t>
            </a:r>
          </a:p>
        </p:txBody>
      </p:sp>
      <p:sp>
        <p:nvSpPr>
          <p:cNvPr id="17" name="Rectangle 16">
            <a:extLst>
              <a:ext uri="{FF2B5EF4-FFF2-40B4-BE49-F238E27FC236}">
                <a16:creationId xmlns:a16="http://schemas.microsoft.com/office/drawing/2014/main" id="{8EC55A16-E0A0-C041-920C-88AF84A37F15}"/>
              </a:ext>
            </a:extLst>
          </p:cNvPr>
          <p:cNvSpPr/>
          <p:nvPr/>
        </p:nvSpPr>
        <p:spPr bwMode="ltGray">
          <a:xfrm>
            <a:off x="0" y="2"/>
            <a:ext cx="6096001"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7" name="Picture Placeholder 6">
            <a:extLst>
              <a:ext uri="{FF2B5EF4-FFF2-40B4-BE49-F238E27FC236}">
                <a16:creationId xmlns:a16="http://schemas.microsoft.com/office/drawing/2014/main" id="{D36C4653-60FA-1D42-8CA9-AE0A9AEA31C1}"/>
              </a:ext>
            </a:extLst>
          </p:cNvPr>
          <p:cNvSpPr>
            <a:spLocks noGrp="1"/>
          </p:cNvSpPr>
          <p:nvPr>
            <p:ph type="pic" sz="quarter" idx="10" hasCustomPrompt="1"/>
          </p:nvPr>
        </p:nvSpPr>
        <p:spPr>
          <a:xfrm>
            <a:off x="6096000" y="0"/>
            <a:ext cx="6096001" cy="6858000"/>
          </a:xfrm>
          <a:solidFill>
            <a:schemeClr val="bg1">
              <a:lumMod val="75000"/>
            </a:schemeClr>
          </a:solidFill>
        </p:spPr>
        <p:txBody>
          <a:bodyPr bIns="2743200" anchor="ctr" anchorCtr="0"/>
          <a:lstStyle>
            <a:lvl1pPr marL="0" indent="0" algn="ctr">
              <a:buNone/>
              <a:defRPr sz="1200"/>
            </a:lvl1pPr>
          </a:lstStyle>
          <a:p>
            <a:r>
              <a:rPr lang="en-US"/>
              <a:t>Click to Add Photo</a:t>
            </a:r>
          </a:p>
        </p:txBody>
      </p:sp>
      <p:sp>
        <p:nvSpPr>
          <p:cNvPr id="27" name="Title 1">
            <a:extLst>
              <a:ext uri="{FF2B5EF4-FFF2-40B4-BE49-F238E27FC236}">
                <a16:creationId xmlns:a16="http://schemas.microsoft.com/office/drawing/2014/main" id="{8C21ECF7-7914-B74D-9806-A86E1D19B8E5}"/>
              </a:ext>
            </a:extLst>
          </p:cNvPr>
          <p:cNvSpPr>
            <a:spLocks noGrp="1"/>
          </p:cNvSpPr>
          <p:nvPr>
            <p:ph type="title" hasCustomPrompt="1"/>
          </p:nvPr>
        </p:nvSpPr>
        <p:spPr>
          <a:xfrm>
            <a:off x="298809" y="397384"/>
            <a:ext cx="5413623" cy="600934"/>
          </a:xfrm>
        </p:spPr>
        <p:txBody>
          <a:bodyPr tIns="0" rIns="0" bIns="0">
            <a:spAutoFit/>
          </a:bodyPr>
          <a:lstStyle>
            <a:lvl1pPr>
              <a:tabLst>
                <a:tab pos="518957" algn="l"/>
              </a:tabLst>
              <a:defRPr sz="4399">
                <a:latin typeface="+mj-lt"/>
              </a:defRPr>
            </a:lvl1pPr>
          </a:lstStyle>
          <a:p>
            <a:r>
              <a:rPr lang="en-US"/>
              <a:t>Title</a:t>
            </a:r>
          </a:p>
        </p:txBody>
      </p:sp>
      <p:cxnSp>
        <p:nvCxnSpPr>
          <p:cNvPr id="19" name="Straight Connector 18">
            <a:extLst>
              <a:ext uri="{FF2B5EF4-FFF2-40B4-BE49-F238E27FC236}">
                <a16:creationId xmlns:a16="http://schemas.microsoft.com/office/drawing/2014/main" id="{D4FD7FBD-E4D9-41A5-938B-2A7406A02ADE}"/>
              </a:ext>
            </a:extLst>
          </p:cNvPr>
          <p:cNvCxnSpPr>
            <a:cxnSpLocks/>
          </p:cNvCxnSpPr>
          <p:nvPr/>
        </p:nvCxnSpPr>
        <p:spPr>
          <a:xfrm>
            <a:off x="288534" y="5260120"/>
            <a:ext cx="563930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Slide Number Placeholder 6">
            <a:extLst>
              <a:ext uri="{FF2B5EF4-FFF2-40B4-BE49-F238E27FC236}">
                <a16:creationId xmlns:a16="http://schemas.microsoft.com/office/drawing/2014/main" id="{A8F6F6A1-3C64-483D-8A88-D810C6E3700E}"/>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11536435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amp; Photo">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AEAFFD7F-E406-40CD-9AA2-3818827A8FC4}"/>
              </a:ext>
            </a:extLst>
          </p:cNvPr>
          <p:cNvSpPr>
            <a:spLocks noGrp="1"/>
          </p:cNvSpPr>
          <p:nvPr>
            <p:ph type="pic" sz="quarter" idx="38" hasCustomPrompt="1"/>
          </p:nvPr>
        </p:nvSpPr>
        <p:spPr>
          <a:xfrm>
            <a:off x="6096000" y="1609725"/>
            <a:ext cx="5715000" cy="3798888"/>
          </a:xfrm>
          <a:solidFill>
            <a:schemeClr val="bg1">
              <a:lumMod val="75000"/>
            </a:schemeClr>
          </a:solidFill>
        </p:spPr>
        <p:txBody>
          <a:bodyPr bIns="1828800" anchor="ctr" anchorCtr="0"/>
          <a:lstStyle>
            <a:lvl1pPr marL="0" indent="0" algn="ctr">
              <a:buNone/>
              <a:defRPr sz="1200">
                <a:solidFill>
                  <a:schemeClr val="tx1"/>
                </a:solidFill>
              </a:defRPr>
            </a:lvl1pPr>
          </a:lstStyle>
          <a:p>
            <a:r>
              <a:rPr lang="en-US"/>
              <a:t>Click to Add Photo</a:t>
            </a:r>
          </a:p>
        </p:txBody>
      </p:sp>
      <p:sp>
        <p:nvSpPr>
          <p:cNvPr id="7" name="Text Placeholder 2">
            <a:extLst>
              <a:ext uri="{FF2B5EF4-FFF2-40B4-BE49-F238E27FC236}">
                <a16:creationId xmlns:a16="http://schemas.microsoft.com/office/drawing/2014/main" id="{77C974A2-03D7-4EFA-94E3-9EBAA7561405}"/>
              </a:ext>
            </a:extLst>
          </p:cNvPr>
          <p:cNvSpPr>
            <a:spLocks noGrp="1"/>
          </p:cNvSpPr>
          <p:nvPr>
            <p:ph type="body" idx="37" hasCustomPrompt="1"/>
          </p:nvPr>
        </p:nvSpPr>
        <p:spPr>
          <a:xfrm>
            <a:off x="298808" y="1610091"/>
            <a:ext cx="5410624" cy="4093300"/>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a:p>
            <a:pPr lvl="0"/>
            <a:r>
              <a:rPr lang="en-US" err="1"/>
              <a:t>Quisque</a:t>
            </a:r>
            <a:r>
              <a:rPr lang="en-US"/>
              <a:t> </a:t>
            </a:r>
            <a:r>
              <a:rPr lang="en-US" err="1"/>
              <a:t>pretium</a:t>
            </a:r>
            <a:r>
              <a:rPr lang="en-US"/>
              <a:t> </a:t>
            </a:r>
            <a:r>
              <a:rPr lang="en-US" err="1"/>
              <a:t>venenatis</a:t>
            </a:r>
            <a:r>
              <a:rPr lang="en-US"/>
              <a:t> </a:t>
            </a:r>
            <a:r>
              <a:rPr lang="en-US" err="1"/>
              <a:t>erat</a:t>
            </a:r>
            <a:r>
              <a:rPr lang="en-US"/>
              <a:t> ac </a:t>
            </a:r>
            <a:r>
              <a:rPr lang="en-US" err="1"/>
              <a:t>mattis</a:t>
            </a:r>
            <a:r>
              <a:rPr lang="en-US"/>
              <a:t>. In auctor </a:t>
            </a:r>
            <a:r>
              <a:rPr lang="en-US" err="1"/>
              <a:t>enim</a:t>
            </a:r>
            <a:r>
              <a:rPr lang="en-US"/>
              <a:t> vel ante </a:t>
            </a:r>
            <a:r>
              <a:rPr lang="en-US" err="1"/>
              <a:t>pretium</a:t>
            </a:r>
            <a:r>
              <a:rPr lang="en-US"/>
              <a:t>, vel </a:t>
            </a:r>
            <a:r>
              <a:rPr lang="en-US" err="1"/>
              <a:t>laoreet</a:t>
            </a:r>
            <a:r>
              <a:rPr lang="en-US"/>
              <a:t> lorem </a:t>
            </a:r>
            <a:r>
              <a:rPr lang="en-US" err="1"/>
              <a:t>aliquet</a:t>
            </a:r>
            <a:r>
              <a:rPr lang="en-US"/>
              <a:t>. </a:t>
            </a:r>
            <a:r>
              <a:rPr lang="en-US" err="1"/>
              <a:t>Fusce</a:t>
            </a:r>
            <a:r>
              <a:rPr lang="en-US"/>
              <a:t> at </a:t>
            </a:r>
            <a:r>
              <a:rPr lang="en-US" err="1"/>
              <a:t>mauris</a:t>
            </a:r>
            <a:r>
              <a:rPr lang="en-US"/>
              <a:t> </a:t>
            </a:r>
            <a:r>
              <a:rPr lang="en-US" err="1"/>
              <a:t>elementum</a:t>
            </a:r>
            <a:r>
              <a:rPr lang="en-US"/>
              <a:t>, dictum </a:t>
            </a:r>
            <a:r>
              <a:rPr lang="en-US" err="1"/>
              <a:t>nunc</a:t>
            </a:r>
            <a:r>
              <a:rPr lang="en-US"/>
              <a:t> </a:t>
            </a:r>
            <a:r>
              <a:rPr lang="en-US" err="1"/>
              <a:t>eget</a:t>
            </a:r>
            <a:r>
              <a:rPr lang="en-US"/>
              <a:t>, </a:t>
            </a:r>
            <a:r>
              <a:rPr lang="en-US" err="1"/>
              <a:t>fringilla</a:t>
            </a:r>
            <a:r>
              <a:rPr lang="en-US"/>
              <a:t> ex. </a:t>
            </a:r>
            <a:r>
              <a:rPr lang="en-US" err="1"/>
              <a:t>Fusce</a:t>
            </a:r>
            <a:r>
              <a:rPr lang="en-US"/>
              <a:t> </a:t>
            </a:r>
            <a:r>
              <a:rPr lang="en-US" err="1"/>
              <a:t>arcu</a:t>
            </a:r>
            <a:r>
              <a:rPr lang="en-US"/>
              <a:t> </a:t>
            </a:r>
            <a:r>
              <a:rPr lang="en-US" err="1"/>
              <a:t>felis</a:t>
            </a:r>
            <a:r>
              <a:rPr lang="en-US"/>
              <a:t>, </a:t>
            </a:r>
            <a:r>
              <a:rPr lang="en-US" err="1"/>
              <a:t>vehicula</a:t>
            </a:r>
            <a:r>
              <a:rPr lang="en-US"/>
              <a:t> </a:t>
            </a:r>
            <a:r>
              <a:rPr lang="en-US" err="1"/>
              <a:t>quis</a:t>
            </a:r>
            <a:r>
              <a:rPr lang="en-US"/>
              <a:t> </a:t>
            </a:r>
            <a:r>
              <a:rPr lang="en-US" err="1"/>
              <a:t>feugiat</a:t>
            </a:r>
            <a:r>
              <a:rPr lang="en-US"/>
              <a:t> sed, </a:t>
            </a:r>
            <a:r>
              <a:rPr lang="en-US" err="1"/>
              <a:t>aliquet</a:t>
            </a:r>
            <a:r>
              <a:rPr lang="en-US"/>
              <a:t> </a:t>
            </a:r>
            <a:r>
              <a:rPr lang="en-US" err="1"/>
              <a:t>quis</a:t>
            </a:r>
            <a:r>
              <a:rPr lang="en-US"/>
              <a:t> eros.</a:t>
            </a:r>
          </a:p>
        </p:txBody>
      </p:sp>
      <p:sp>
        <p:nvSpPr>
          <p:cNvPr id="8" name="Rectangle 7">
            <a:extLst>
              <a:ext uri="{FF2B5EF4-FFF2-40B4-BE49-F238E27FC236}">
                <a16:creationId xmlns:a16="http://schemas.microsoft.com/office/drawing/2014/main" id="{B21A85F4-FED3-424A-A059-8B91AF23D35D}"/>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4"/>
            <a:ext cx="11612880" cy="600934"/>
          </a:xfrm>
        </p:spPr>
        <p:txBody>
          <a:bodyPr tIns="0" rIns="0" bIns="0">
            <a:spAutoFit/>
          </a:bodyPr>
          <a:lstStyle>
            <a:lvl1pPr>
              <a:defRPr sz="4399">
                <a:latin typeface="+mj-lt"/>
              </a:defRPr>
            </a:lvl1pPr>
          </a:lstStyle>
          <a:p>
            <a:r>
              <a:rPr lang="en-US"/>
              <a:t>Title</a:t>
            </a:r>
          </a:p>
        </p:txBody>
      </p:sp>
      <p:sp>
        <p:nvSpPr>
          <p:cNvPr id="11" name="Slide Number Placeholder 6">
            <a:extLst>
              <a:ext uri="{FF2B5EF4-FFF2-40B4-BE49-F238E27FC236}">
                <a16:creationId xmlns:a16="http://schemas.microsoft.com/office/drawing/2014/main" id="{D0EB6A83-82B4-4821-9E6D-CFC9C50B2953}"/>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8458584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amp; Large Phot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p:nvSpPr>
        <p:spPr bwMode="ltGray">
          <a:xfrm>
            <a:off x="0" y="2"/>
            <a:ext cx="6096001"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5" name="Picture Placeholder 4">
            <a:extLst>
              <a:ext uri="{FF2B5EF4-FFF2-40B4-BE49-F238E27FC236}">
                <a16:creationId xmlns:a16="http://schemas.microsoft.com/office/drawing/2014/main" id="{32B84C0D-8445-4009-BF2F-55B901AD154A}"/>
              </a:ext>
            </a:extLst>
          </p:cNvPr>
          <p:cNvSpPr>
            <a:spLocks noGrp="1"/>
          </p:cNvSpPr>
          <p:nvPr>
            <p:ph type="pic" sz="quarter" idx="38" hasCustomPrompt="1"/>
          </p:nvPr>
        </p:nvSpPr>
        <p:spPr>
          <a:xfrm>
            <a:off x="6096000" y="-26469"/>
            <a:ext cx="6096001" cy="6884469"/>
          </a:xfrm>
          <a:solidFill>
            <a:schemeClr val="bg1">
              <a:lumMod val="75000"/>
            </a:schemeClr>
          </a:solidFill>
        </p:spPr>
        <p:txBody>
          <a:bodyPr bIns="2743200" anchor="ctr" anchorCtr="0"/>
          <a:lstStyle>
            <a:lvl1pPr marL="0" indent="0" algn="ctr">
              <a:buNone/>
              <a:defRPr sz="1200"/>
            </a:lvl1pPr>
          </a:lstStyle>
          <a:p>
            <a:r>
              <a:rPr lang="en-US"/>
              <a:t>Click to Add Photo</a:t>
            </a:r>
          </a:p>
        </p:txBody>
      </p:sp>
      <p:sp>
        <p:nvSpPr>
          <p:cNvPr id="10" name="Text Placeholder 2">
            <a:extLst>
              <a:ext uri="{FF2B5EF4-FFF2-40B4-BE49-F238E27FC236}">
                <a16:creationId xmlns:a16="http://schemas.microsoft.com/office/drawing/2014/main" id="{8E0154CF-2E3E-474A-90FB-034C357AA42D}"/>
              </a:ext>
            </a:extLst>
          </p:cNvPr>
          <p:cNvSpPr>
            <a:spLocks noGrp="1"/>
          </p:cNvSpPr>
          <p:nvPr>
            <p:ph type="body" idx="37" hasCustomPrompt="1"/>
          </p:nvPr>
        </p:nvSpPr>
        <p:spPr>
          <a:xfrm>
            <a:off x="298808" y="1610090"/>
            <a:ext cx="5410624" cy="2680990"/>
          </a:xfrm>
        </p:spPr>
        <p:txBody>
          <a:bodyPr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a:p>
            <a:pPr lvl="0"/>
            <a:r>
              <a:rPr lang="en-US" err="1"/>
              <a:t>Quisque</a:t>
            </a:r>
            <a:r>
              <a:rPr lang="en-US"/>
              <a:t> </a:t>
            </a:r>
            <a:r>
              <a:rPr lang="en-US" err="1"/>
              <a:t>pretium</a:t>
            </a:r>
            <a:r>
              <a:rPr lang="en-US"/>
              <a:t> </a:t>
            </a:r>
            <a:r>
              <a:rPr lang="en-US" err="1"/>
              <a:t>venenatis</a:t>
            </a:r>
            <a:r>
              <a:rPr lang="en-US"/>
              <a:t> </a:t>
            </a:r>
            <a:r>
              <a:rPr lang="en-US" err="1"/>
              <a:t>erat</a:t>
            </a:r>
            <a:r>
              <a:rPr lang="en-US"/>
              <a:t> ac </a:t>
            </a:r>
            <a:r>
              <a:rPr lang="en-US" err="1"/>
              <a:t>mattis</a:t>
            </a:r>
            <a:r>
              <a:rPr lang="en-US"/>
              <a:t>. In auctor </a:t>
            </a:r>
            <a:r>
              <a:rPr lang="en-US" err="1"/>
              <a:t>enim</a:t>
            </a:r>
            <a:r>
              <a:rPr lang="en-US"/>
              <a:t> vel ante </a:t>
            </a:r>
            <a:r>
              <a:rPr lang="en-US" err="1"/>
              <a:t>pretium</a:t>
            </a:r>
            <a:r>
              <a:rPr lang="en-US"/>
              <a:t>, vel </a:t>
            </a:r>
            <a:r>
              <a:rPr lang="en-US" err="1"/>
              <a:t>laoreet</a:t>
            </a:r>
            <a:r>
              <a:rPr lang="en-US"/>
              <a:t> lorem </a:t>
            </a:r>
            <a:r>
              <a:rPr lang="en-US" err="1"/>
              <a:t>aliquet</a:t>
            </a:r>
            <a:r>
              <a:rPr lang="en-US"/>
              <a:t>. </a:t>
            </a:r>
            <a:r>
              <a:rPr lang="en-US" err="1"/>
              <a:t>Fusce</a:t>
            </a:r>
            <a:r>
              <a:rPr lang="en-US"/>
              <a:t> at </a:t>
            </a:r>
            <a:r>
              <a:rPr lang="en-US" err="1"/>
              <a:t>mauris</a:t>
            </a:r>
            <a:r>
              <a:rPr lang="en-US"/>
              <a:t> </a:t>
            </a:r>
            <a:r>
              <a:rPr lang="en-US" err="1"/>
              <a:t>elementum</a:t>
            </a:r>
            <a:r>
              <a:rPr lang="en-US"/>
              <a:t>, dictum </a:t>
            </a:r>
            <a:r>
              <a:rPr lang="en-US" err="1"/>
              <a:t>nunc</a:t>
            </a:r>
            <a:r>
              <a:rPr lang="en-US"/>
              <a:t> </a:t>
            </a:r>
            <a:r>
              <a:rPr lang="en-US" err="1"/>
              <a:t>eget</a:t>
            </a:r>
            <a:r>
              <a:rPr lang="en-US"/>
              <a:t>, </a:t>
            </a:r>
            <a:r>
              <a:rPr lang="en-US" err="1"/>
              <a:t>fringilla</a:t>
            </a:r>
            <a:r>
              <a:rPr lang="en-US"/>
              <a:t> ex. </a:t>
            </a:r>
            <a:r>
              <a:rPr lang="en-US" err="1"/>
              <a:t>Fusce</a:t>
            </a:r>
            <a:r>
              <a:rPr lang="en-US"/>
              <a:t> </a:t>
            </a:r>
            <a:r>
              <a:rPr lang="en-US" err="1"/>
              <a:t>arcu</a:t>
            </a:r>
            <a:r>
              <a:rPr lang="en-US"/>
              <a:t> </a:t>
            </a:r>
            <a:r>
              <a:rPr lang="en-US" err="1"/>
              <a:t>felis</a:t>
            </a:r>
            <a:r>
              <a:rPr lang="en-US"/>
              <a:t>, </a:t>
            </a:r>
            <a:r>
              <a:rPr lang="en-US" err="1"/>
              <a:t>vehicula</a:t>
            </a:r>
            <a:r>
              <a:rPr lang="en-US"/>
              <a:t> </a:t>
            </a:r>
            <a:r>
              <a:rPr lang="en-US" err="1"/>
              <a:t>quis</a:t>
            </a:r>
            <a:r>
              <a:rPr lang="en-US"/>
              <a:t> </a:t>
            </a:r>
            <a:r>
              <a:rPr lang="en-US" err="1"/>
              <a:t>feugiat</a:t>
            </a:r>
            <a:r>
              <a:rPr lang="en-US"/>
              <a:t> sed, </a:t>
            </a:r>
            <a:r>
              <a:rPr lang="en-US" err="1"/>
              <a:t>aliquet</a:t>
            </a:r>
            <a:r>
              <a:rPr lang="en-US"/>
              <a:t> </a:t>
            </a:r>
            <a:r>
              <a:rPr lang="en-US" err="1"/>
              <a:t>quis</a:t>
            </a:r>
            <a:r>
              <a:rPr lang="en-US"/>
              <a:t> eros.</a:t>
            </a: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9" y="397384"/>
            <a:ext cx="5413623" cy="600934"/>
          </a:xfrm>
        </p:spPr>
        <p:txBody>
          <a:bodyPr tIns="0" rIns="0" bIns="0">
            <a:spAutoFit/>
          </a:bodyPr>
          <a:lstStyle>
            <a:lvl1pPr>
              <a:defRPr sz="4399">
                <a:latin typeface="+mj-lt"/>
              </a:defRPr>
            </a:lvl1pPr>
          </a:lstStyle>
          <a:p>
            <a:r>
              <a:rPr lang="en-US"/>
              <a:t>Title</a:t>
            </a:r>
          </a:p>
        </p:txBody>
      </p:sp>
      <p:sp>
        <p:nvSpPr>
          <p:cNvPr id="14" name="Slide Number Placeholder 6">
            <a:extLst>
              <a:ext uri="{FF2B5EF4-FFF2-40B4-BE49-F238E27FC236}">
                <a16:creationId xmlns:a16="http://schemas.microsoft.com/office/drawing/2014/main" id="{5DF90518-C404-4611-8BF8-29822FB22805}"/>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4336949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lle, Content &amp; Chart">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7804B36-E44E-4A42-B169-282EAD312F17}"/>
              </a:ext>
            </a:extLst>
          </p:cNvPr>
          <p:cNvSpPr/>
          <p:nvPr/>
        </p:nvSpPr>
        <p:spPr bwMode="white">
          <a:xfrm>
            <a:off x="6096000" y="0"/>
            <a:ext cx="6096001" cy="68580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799">
              <a:solidFill>
                <a:schemeClr val="tx1"/>
              </a:solidFill>
            </a:endParaRPr>
          </a:p>
        </p:txBody>
      </p:sp>
      <p:sp>
        <p:nvSpPr>
          <p:cNvPr id="8" name="Rectangle 7">
            <a:extLst>
              <a:ext uri="{FF2B5EF4-FFF2-40B4-BE49-F238E27FC236}">
                <a16:creationId xmlns:a16="http://schemas.microsoft.com/office/drawing/2014/main" id="{B21A85F4-FED3-424A-A059-8B91AF23D35D}"/>
              </a:ext>
            </a:extLst>
          </p:cNvPr>
          <p:cNvSpPr/>
          <p:nvPr/>
        </p:nvSpPr>
        <p:spPr bwMode="ltGray">
          <a:xfrm>
            <a:off x="0" y="2"/>
            <a:ext cx="6096001"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0" name="Text Placeholder 2">
            <a:extLst>
              <a:ext uri="{FF2B5EF4-FFF2-40B4-BE49-F238E27FC236}">
                <a16:creationId xmlns:a16="http://schemas.microsoft.com/office/drawing/2014/main" id="{8E0154CF-2E3E-474A-90FB-034C357AA42D}"/>
              </a:ext>
            </a:extLst>
          </p:cNvPr>
          <p:cNvSpPr>
            <a:spLocks noGrp="1"/>
          </p:cNvSpPr>
          <p:nvPr>
            <p:ph type="body" idx="37" hasCustomPrompt="1"/>
          </p:nvPr>
        </p:nvSpPr>
        <p:spPr>
          <a:xfrm>
            <a:off x="298808" y="1610090"/>
            <a:ext cx="5410624" cy="4095224"/>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a:p>
            <a:pPr lvl="0"/>
            <a:r>
              <a:rPr lang="en-US" err="1"/>
              <a:t>Quisque</a:t>
            </a:r>
            <a:r>
              <a:rPr lang="en-US"/>
              <a:t> </a:t>
            </a:r>
            <a:r>
              <a:rPr lang="en-US" err="1"/>
              <a:t>pretium</a:t>
            </a:r>
            <a:r>
              <a:rPr lang="en-US"/>
              <a:t> </a:t>
            </a:r>
            <a:r>
              <a:rPr lang="en-US" err="1"/>
              <a:t>venenatis</a:t>
            </a:r>
            <a:r>
              <a:rPr lang="en-US"/>
              <a:t> </a:t>
            </a:r>
            <a:r>
              <a:rPr lang="en-US" err="1"/>
              <a:t>erat</a:t>
            </a:r>
            <a:r>
              <a:rPr lang="en-US"/>
              <a:t> ac </a:t>
            </a:r>
            <a:r>
              <a:rPr lang="en-US" err="1"/>
              <a:t>mattis</a:t>
            </a:r>
            <a:r>
              <a:rPr lang="en-US"/>
              <a:t>. In auctor </a:t>
            </a:r>
            <a:r>
              <a:rPr lang="en-US" err="1"/>
              <a:t>enim</a:t>
            </a:r>
            <a:r>
              <a:rPr lang="en-US"/>
              <a:t> vel ante </a:t>
            </a:r>
            <a:r>
              <a:rPr lang="en-US" err="1"/>
              <a:t>pretium</a:t>
            </a:r>
            <a:r>
              <a:rPr lang="en-US"/>
              <a:t>, vel </a:t>
            </a:r>
            <a:r>
              <a:rPr lang="en-US" err="1"/>
              <a:t>laoreet</a:t>
            </a:r>
            <a:r>
              <a:rPr lang="en-US"/>
              <a:t> lorem </a:t>
            </a:r>
            <a:r>
              <a:rPr lang="en-US" err="1"/>
              <a:t>aliquet</a:t>
            </a:r>
            <a:r>
              <a:rPr lang="en-US"/>
              <a:t>. </a:t>
            </a:r>
            <a:r>
              <a:rPr lang="en-US" err="1"/>
              <a:t>Fusce</a:t>
            </a:r>
            <a:r>
              <a:rPr lang="en-US"/>
              <a:t> at </a:t>
            </a:r>
            <a:r>
              <a:rPr lang="en-US" err="1"/>
              <a:t>mauris</a:t>
            </a:r>
            <a:r>
              <a:rPr lang="en-US"/>
              <a:t> </a:t>
            </a:r>
            <a:r>
              <a:rPr lang="en-US" err="1"/>
              <a:t>elementum</a:t>
            </a:r>
            <a:r>
              <a:rPr lang="en-US"/>
              <a:t>, dictum </a:t>
            </a:r>
            <a:r>
              <a:rPr lang="en-US" err="1"/>
              <a:t>nunc</a:t>
            </a:r>
            <a:r>
              <a:rPr lang="en-US"/>
              <a:t> </a:t>
            </a:r>
            <a:r>
              <a:rPr lang="en-US" err="1"/>
              <a:t>eget</a:t>
            </a:r>
            <a:r>
              <a:rPr lang="en-US"/>
              <a:t>, </a:t>
            </a:r>
            <a:r>
              <a:rPr lang="en-US" err="1"/>
              <a:t>fringilla</a:t>
            </a:r>
            <a:r>
              <a:rPr lang="en-US"/>
              <a:t> ex. </a:t>
            </a:r>
            <a:r>
              <a:rPr lang="en-US" err="1"/>
              <a:t>Fusce</a:t>
            </a:r>
            <a:r>
              <a:rPr lang="en-US"/>
              <a:t> </a:t>
            </a:r>
            <a:r>
              <a:rPr lang="en-US" err="1"/>
              <a:t>arcu</a:t>
            </a:r>
            <a:r>
              <a:rPr lang="en-US"/>
              <a:t> </a:t>
            </a:r>
            <a:r>
              <a:rPr lang="en-US" err="1"/>
              <a:t>felis</a:t>
            </a:r>
            <a:r>
              <a:rPr lang="en-US"/>
              <a:t>, </a:t>
            </a:r>
            <a:r>
              <a:rPr lang="en-US" err="1"/>
              <a:t>vehicula</a:t>
            </a:r>
            <a:r>
              <a:rPr lang="en-US"/>
              <a:t> </a:t>
            </a:r>
            <a:r>
              <a:rPr lang="en-US" err="1"/>
              <a:t>quis</a:t>
            </a:r>
            <a:r>
              <a:rPr lang="en-US"/>
              <a:t> </a:t>
            </a:r>
            <a:r>
              <a:rPr lang="en-US" err="1"/>
              <a:t>feugiat</a:t>
            </a:r>
            <a:r>
              <a:rPr lang="en-US"/>
              <a:t> sed, </a:t>
            </a:r>
            <a:r>
              <a:rPr lang="en-US" err="1"/>
              <a:t>aliquet</a:t>
            </a:r>
            <a:r>
              <a:rPr lang="en-US"/>
              <a:t> </a:t>
            </a:r>
            <a:r>
              <a:rPr lang="en-US" err="1"/>
              <a:t>quis</a:t>
            </a:r>
            <a:r>
              <a:rPr lang="en-US"/>
              <a:t> eros.</a:t>
            </a: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9" y="397384"/>
            <a:ext cx="5413623" cy="600934"/>
          </a:xfrm>
        </p:spPr>
        <p:txBody>
          <a:bodyPr tIns="0" rIns="0" bIns="0">
            <a:spAutoFit/>
          </a:bodyPr>
          <a:lstStyle>
            <a:lvl1pPr>
              <a:defRPr sz="4399">
                <a:latin typeface="+mj-lt"/>
              </a:defRPr>
            </a:lvl1pPr>
          </a:lstStyle>
          <a:p>
            <a:r>
              <a:rPr lang="en-US"/>
              <a:t>Title</a:t>
            </a:r>
          </a:p>
        </p:txBody>
      </p:sp>
      <p:sp>
        <p:nvSpPr>
          <p:cNvPr id="15" name="Slide Number Placeholder 6">
            <a:extLst>
              <a:ext uri="{FF2B5EF4-FFF2-40B4-BE49-F238E27FC236}">
                <a16:creationId xmlns:a16="http://schemas.microsoft.com/office/drawing/2014/main" id="{0DB37193-AF41-48D4-9C15-11EC3155082C}"/>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4081803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2 Photos &amp; Content Alternate">
    <p:bg>
      <p:bgPr>
        <a:solidFill>
          <a:schemeClr val="bg1"/>
        </a:solidFill>
        <a:effectLst/>
      </p:bgPr>
    </p:bg>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6FD25EFC-437D-4535-985B-6655AF0F175B}"/>
              </a:ext>
            </a:extLst>
          </p:cNvPr>
          <p:cNvSpPr>
            <a:spLocks noGrp="1"/>
          </p:cNvSpPr>
          <p:nvPr>
            <p:ph type="body" idx="31" hasCustomPrompt="1"/>
          </p:nvPr>
        </p:nvSpPr>
        <p:spPr>
          <a:xfrm>
            <a:off x="6316580" y="5476464"/>
            <a:ext cx="5593363" cy="679417"/>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14" name="Text Placeholder 2">
            <a:extLst>
              <a:ext uri="{FF2B5EF4-FFF2-40B4-BE49-F238E27FC236}">
                <a16:creationId xmlns:a16="http://schemas.microsoft.com/office/drawing/2014/main" id="{762BEE7D-089D-4E6E-B85D-FDE63C7B973C}"/>
              </a:ext>
            </a:extLst>
          </p:cNvPr>
          <p:cNvSpPr>
            <a:spLocks noGrp="1"/>
          </p:cNvSpPr>
          <p:nvPr>
            <p:ph type="body" idx="30" hasCustomPrompt="1"/>
          </p:nvPr>
        </p:nvSpPr>
        <p:spPr>
          <a:xfrm>
            <a:off x="298808" y="5476464"/>
            <a:ext cx="5608698" cy="679417"/>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sp>
        <p:nvSpPr>
          <p:cNvPr id="21" name="Picture Placeholder 9">
            <a:extLst>
              <a:ext uri="{FF2B5EF4-FFF2-40B4-BE49-F238E27FC236}">
                <a16:creationId xmlns:a16="http://schemas.microsoft.com/office/drawing/2014/main" id="{44EB6E7D-CCCD-9544-AE01-4167A157ACC1}"/>
              </a:ext>
            </a:extLst>
          </p:cNvPr>
          <p:cNvSpPr>
            <a:spLocks noGrp="1"/>
          </p:cNvSpPr>
          <p:nvPr>
            <p:ph type="pic" sz="quarter" idx="15" hasCustomPrompt="1"/>
          </p:nvPr>
        </p:nvSpPr>
        <p:spPr>
          <a:xfrm>
            <a:off x="298807" y="1478999"/>
            <a:ext cx="5625230" cy="3873586"/>
          </a:xfrm>
          <a:solidFill>
            <a:schemeClr val="bg1">
              <a:lumMod val="75000"/>
            </a:schemeClr>
          </a:solidFill>
        </p:spPr>
        <p:txBody>
          <a:bodyPr bIns="1828800" anchor="ctr" anchorCtr="0">
            <a:normAutofit/>
          </a:bodyPr>
          <a:lstStyle>
            <a:lvl1pPr marL="0" indent="0" algn="ctr">
              <a:buNone/>
              <a:defRPr sz="1200">
                <a:latin typeface="Forma DJR Micro" pitchFamily="2" charset="77"/>
              </a:defRPr>
            </a:lvl1pPr>
          </a:lstStyle>
          <a:p>
            <a:r>
              <a:rPr lang="en-US"/>
              <a:t>Click to Add Photo</a:t>
            </a:r>
          </a:p>
        </p:txBody>
      </p:sp>
      <p:sp>
        <p:nvSpPr>
          <p:cNvPr id="15" name="Picture Placeholder 9">
            <a:extLst>
              <a:ext uri="{FF2B5EF4-FFF2-40B4-BE49-F238E27FC236}">
                <a16:creationId xmlns:a16="http://schemas.microsoft.com/office/drawing/2014/main" id="{7B6EFC3C-A74E-654F-84ED-662CA4659776}"/>
              </a:ext>
            </a:extLst>
          </p:cNvPr>
          <p:cNvSpPr>
            <a:spLocks noGrp="1"/>
          </p:cNvSpPr>
          <p:nvPr>
            <p:ph type="pic" sz="quarter" idx="16" hasCustomPrompt="1"/>
          </p:nvPr>
        </p:nvSpPr>
        <p:spPr>
          <a:xfrm>
            <a:off x="6295602" y="1478999"/>
            <a:ext cx="5625230" cy="3873586"/>
          </a:xfrm>
          <a:solidFill>
            <a:schemeClr val="bg1">
              <a:lumMod val="75000"/>
            </a:schemeClr>
          </a:solidFill>
        </p:spPr>
        <p:txBody>
          <a:bodyPr bIns="1828800" anchor="ctr" anchorCtr="0">
            <a:normAutofit/>
          </a:bodyPr>
          <a:lstStyle>
            <a:lvl1pPr marL="0" indent="0" algn="ctr">
              <a:buNone/>
              <a:defRPr sz="1200">
                <a:latin typeface="Forma DJR Micro" pitchFamily="2" charset="77"/>
              </a:defRPr>
            </a:lvl1pPr>
          </a:lstStyle>
          <a:p>
            <a:r>
              <a:rPr lang="en-US"/>
              <a:t>Click to Add Photo</a:t>
            </a:r>
          </a:p>
        </p:txBody>
      </p:sp>
      <p:sp>
        <p:nvSpPr>
          <p:cNvPr id="10" name="Slide Number Placeholder 6">
            <a:extLst>
              <a:ext uri="{FF2B5EF4-FFF2-40B4-BE49-F238E27FC236}">
                <a16:creationId xmlns:a16="http://schemas.microsoft.com/office/drawing/2014/main" id="{79C63EEA-0812-4AEA-87D6-EC3DD1C6FE81}"/>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18241510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amp; Caption">
    <p:bg>
      <p:bgPr>
        <a:solidFill>
          <a:srgbClr val="E6E6E6"/>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8FC0354-FF3E-4D42-A5FC-BC26485E9DBC}"/>
              </a:ext>
            </a:extLst>
          </p:cNvPr>
          <p:cNvSpPr>
            <a:spLocks noGrp="1"/>
          </p:cNvSpPr>
          <p:nvPr>
            <p:ph type="pic" sz="quarter" idx="10" hasCustomPrompt="1"/>
          </p:nvPr>
        </p:nvSpPr>
        <p:spPr>
          <a:xfrm>
            <a:off x="1" y="0"/>
            <a:ext cx="12192000" cy="6049926"/>
          </a:xfrm>
          <a:solidFill>
            <a:schemeClr val="bg1">
              <a:lumMod val="75000"/>
            </a:schemeClr>
          </a:solidFill>
        </p:spPr>
        <p:txBody>
          <a:bodyPr bIns="2743200" anchor="ctr" anchorCtr="0"/>
          <a:lstStyle>
            <a:lvl1pPr marL="0" indent="0" algn="ctr">
              <a:buNone/>
              <a:defRPr sz="1400">
                <a:solidFill>
                  <a:schemeClr val="tx1"/>
                </a:solidFill>
              </a:defRPr>
            </a:lvl1pPr>
          </a:lstStyle>
          <a:p>
            <a:r>
              <a:rPr lang="en-US"/>
              <a:t>Click to Add Photo</a:t>
            </a:r>
          </a:p>
        </p:txBody>
      </p:sp>
      <p:sp>
        <p:nvSpPr>
          <p:cNvPr id="4" name="Rectangle 3">
            <a:extLst>
              <a:ext uri="{FF2B5EF4-FFF2-40B4-BE49-F238E27FC236}">
                <a16:creationId xmlns:a16="http://schemas.microsoft.com/office/drawing/2014/main" id="{07B19ED5-B37D-994C-BB5E-1532033EF1E0}"/>
              </a:ext>
            </a:extLst>
          </p:cNvPr>
          <p:cNvSpPr/>
          <p:nvPr/>
        </p:nvSpPr>
        <p:spPr bwMode="ltGray">
          <a:xfrm>
            <a:off x="1" y="6024881"/>
            <a:ext cx="12192000" cy="83312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5" name="Text Placeholder 9">
            <a:extLst>
              <a:ext uri="{FF2B5EF4-FFF2-40B4-BE49-F238E27FC236}">
                <a16:creationId xmlns:a16="http://schemas.microsoft.com/office/drawing/2014/main" id="{0C8ADCFF-CCDF-6F4B-BF9D-938BDF5B6046}"/>
              </a:ext>
            </a:extLst>
          </p:cNvPr>
          <p:cNvSpPr>
            <a:spLocks noGrp="1"/>
          </p:cNvSpPr>
          <p:nvPr>
            <p:ph type="body" sz="quarter" idx="15" hasCustomPrompt="1"/>
          </p:nvPr>
        </p:nvSpPr>
        <p:spPr>
          <a:xfrm>
            <a:off x="296825" y="6302970"/>
            <a:ext cx="11612880" cy="348557"/>
          </a:xfrm>
        </p:spPr>
        <p:txBody>
          <a:bodyPr>
            <a:spAutoFit/>
          </a:bodyPr>
          <a:lstStyle>
            <a:lvl1pPr marL="0" indent="0">
              <a:buNone/>
              <a:defRPr sz="1799">
                <a:latin typeface="+mn-lt"/>
              </a:defRPr>
            </a:lvl1pPr>
          </a:lstStyle>
          <a:p>
            <a:pPr lvl="0"/>
            <a:r>
              <a:rPr lang="en-US"/>
              <a:t>Image caption goes here. Lorem ipsum dolor sit </a:t>
            </a:r>
            <a:r>
              <a:rPr lang="en-US" err="1"/>
              <a:t>amet</a:t>
            </a:r>
            <a:r>
              <a:rPr lang="en-US"/>
              <a:t>.</a:t>
            </a:r>
          </a:p>
        </p:txBody>
      </p:sp>
    </p:spTree>
    <p:extLst>
      <p:ext uri="{BB962C8B-B14F-4D97-AF65-F5344CB8AC3E}">
        <p14:creationId xmlns:p14="http://schemas.microsoft.com/office/powerpoint/2010/main" val="41459423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mp; 3 Columns &amp; Photos">
    <p:bg>
      <p:bgPr>
        <a:solidFill>
          <a:schemeClr val="bg1"/>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95991333-6B6E-417B-90A6-86B22297C995}"/>
              </a:ext>
            </a:extLst>
          </p:cNvPr>
          <p:cNvSpPr>
            <a:spLocks noGrp="1"/>
          </p:cNvSpPr>
          <p:nvPr>
            <p:ph type="body" idx="33" hasCustomPrompt="1"/>
          </p:nvPr>
        </p:nvSpPr>
        <p:spPr>
          <a:xfrm>
            <a:off x="8263231" y="4004852"/>
            <a:ext cx="3684127" cy="1208085"/>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16" name="Text Placeholder 2">
            <a:extLst>
              <a:ext uri="{FF2B5EF4-FFF2-40B4-BE49-F238E27FC236}">
                <a16:creationId xmlns:a16="http://schemas.microsoft.com/office/drawing/2014/main" id="{F5853A76-96A6-40A1-A067-424C13DB0FA8}"/>
              </a:ext>
            </a:extLst>
          </p:cNvPr>
          <p:cNvSpPr>
            <a:spLocks noGrp="1"/>
          </p:cNvSpPr>
          <p:nvPr>
            <p:ph type="body" idx="32" hasCustomPrompt="1"/>
          </p:nvPr>
        </p:nvSpPr>
        <p:spPr>
          <a:xfrm>
            <a:off x="4217931" y="4004852"/>
            <a:ext cx="3684127" cy="1208085"/>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15" name="Text Placeholder 2">
            <a:extLst>
              <a:ext uri="{FF2B5EF4-FFF2-40B4-BE49-F238E27FC236}">
                <a16:creationId xmlns:a16="http://schemas.microsoft.com/office/drawing/2014/main" id="{1D7599F5-5925-422A-A71D-C5306C416D61}"/>
              </a:ext>
            </a:extLst>
          </p:cNvPr>
          <p:cNvSpPr>
            <a:spLocks noGrp="1"/>
          </p:cNvSpPr>
          <p:nvPr>
            <p:ph type="body" idx="31" hasCustomPrompt="1"/>
          </p:nvPr>
        </p:nvSpPr>
        <p:spPr>
          <a:xfrm>
            <a:off x="298807" y="4004852"/>
            <a:ext cx="3684127" cy="1208085"/>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sp>
        <p:nvSpPr>
          <p:cNvPr id="17" name="Picture Placeholder 9">
            <a:extLst>
              <a:ext uri="{FF2B5EF4-FFF2-40B4-BE49-F238E27FC236}">
                <a16:creationId xmlns:a16="http://schemas.microsoft.com/office/drawing/2014/main" id="{60C524E3-513B-9F47-8587-4AEAC8C7ADB5}"/>
              </a:ext>
            </a:extLst>
          </p:cNvPr>
          <p:cNvSpPr>
            <a:spLocks noGrp="1"/>
          </p:cNvSpPr>
          <p:nvPr>
            <p:ph type="pic" sz="quarter" idx="15" hasCustomPrompt="1"/>
          </p:nvPr>
        </p:nvSpPr>
        <p:spPr>
          <a:xfrm>
            <a:off x="298808" y="1478999"/>
            <a:ext cx="3657599"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5" name="Picture Placeholder 9">
            <a:extLst>
              <a:ext uri="{FF2B5EF4-FFF2-40B4-BE49-F238E27FC236}">
                <a16:creationId xmlns:a16="http://schemas.microsoft.com/office/drawing/2014/main" id="{8265717D-C6EC-C546-B6FF-EAE66444D043}"/>
              </a:ext>
            </a:extLst>
          </p:cNvPr>
          <p:cNvSpPr>
            <a:spLocks noGrp="1"/>
          </p:cNvSpPr>
          <p:nvPr>
            <p:ph type="pic" sz="quarter" idx="19" hasCustomPrompt="1"/>
          </p:nvPr>
        </p:nvSpPr>
        <p:spPr>
          <a:xfrm>
            <a:off x="4217931" y="1478999"/>
            <a:ext cx="3783777"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6" name="Picture Placeholder 9">
            <a:extLst>
              <a:ext uri="{FF2B5EF4-FFF2-40B4-BE49-F238E27FC236}">
                <a16:creationId xmlns:a16="http://schemas.microsoft.com/office/drawing/2014/main" id="{65B79BDC-47CE-0543-BDE2-A8CF2E20FD96}"/>
              </a:ext>
            </a:extLst>
          </p:cNvPr>
          <p:cNvSpPr>
            <a:spLocks noGrp="1"/>
          </p:cNvSpPr>
          <p:nvPr>
            <p:ph type="pic" sz="quarter" idx="20" hasCustomPrompt="1"/>
          </p:nvPr>
        </p:nvSpPr>
        <p:spPr>
          <a:xfrm>
            <a:off x="8263231" y="1478999"/>
            <a:ext cx="3657601"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14" name="Slide Number Placeholder 6">
            <a:extLst>
              <a:ext uri="{FF2B5EF4-FFF2-40B4-BE49-F238E27FC236}">
                <a16:creationId xmlns:a16="http://schemas.microsoft.com/office/drawing/2014/main" id="{3A7D1F7B-7BD3-400D-822A-BF038851A3AA}"/>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24918187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6 Photos and Content">
    <p:bg>
      <p:bgPr>
        <a:solidFill>
          <a:schemeClr val="bg1"/>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95991333-6B6E-417B-90A6-86B22297C995}"/>
              </a:ext>
            </a:extLst>
          </p:cNvPr>
          <p:cNvSpPr>
            <a:spLocks noGrp="1"/>
          </p:cNvSpPr>
          <p:nvPr>
            <p:ph type="body" idx="33" hasCustomPrompt="1"/>
          </p:nvPr>
        </p:nvSpPr>
        <p:spPr>
          <a:xfrm>
            <a:off x="8225591" y="2768763"/>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16" name="Text Placeholder 2">
            <a:extLst>
              <a:ext uri="{FF2B5EF4-FFF2-40B4-BE49-F238E27FC236}">
                <a16:creationId xmlns:a16="http://schemas.microsoft.com/office/drawing/2014/main" id="{F5853A76-96A6-40A1-A067-424C13DB0FA8}"/>
              </a:ext>
            </a:extLst>
          </p:cNvPr>
          <p:cNvSpPr>
            <a:spLocks noGrp="1"/>
          </p:cNvSpPr>
          <p:nvPr>
            <p:ph type="body" idx="32" hasCustomPrompt="1"/>
          </p:nvPr>
        </p:nvSpPr>
        <p:spPr>
          <a:xfrm>
            <a:off x="4216144" y="2768763"/>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15" name="Text Placeholder 2">
            <a:extLst>
              <a:ext uri="{FF2B5EF4-FFF2-40B4-BE49-F238E27FC236}">
                <a16:creationId xmlns:a16="http://schemas.microsoft.com/office/drawing/2014/main" id="{1D7599F5-5925-422A-A71D-C5306C416D61}"/>
              </a:ext>
            </a:extLst>
          </p:cNvPr>
          <p:cNvSpPr>
            <a:spLocks noGrp="1"/>
          </p:cNvSpPr>
          <p:nvPr>
            <p:ph type="body" idx="31" hasCustomPrompt="1"/>
          </p:nvPr>
        </p:nvSpPr>
        <p:spPr>
          <a:xfrm>
            <a:off x="332874" y="2768763"/>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17" name="Picture Placeholder 9">
            <a:extLst>
              <a:ext uri="{FF2B5EF4-FFF2-40B4-BE49-F238E27FC236}">
                <a16:creationId xmlns:a16="http://schemas.microsoft.com/office/drawing/2014/main" id="{60C524E3-513B-9F47-8587-4AEAC8C7ADB5}"/>
              </a:ext>
            </a:extLst>
          </p:cNvPr>
          <p:cNvSpPr>
            <a:spLocks noGrp="1"/>
          </p:cNvSpPr>
          <p:nvPr>
            <p:ph type="pic" sz="quarter" idx="15" hasCustomPrompt="1"/>
          </p:nvPr>
        </p:nvSpPr>
        <p:spPr>
          <a:xfrm>
            <a:off x="332874" y="318112"/>
            <a:ext cx="3657599"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5" name="Picture Placeholder 9">
            <a:extLst>
              <a:ext uri="{FF2B5EF4-FFF2-40B4-BE49-F238E27FC236}">
                <a16:creationId xmlns:a16="http://schemas.microsoft.com/office/drawing/2014/main" id="{8265717D-C6EC-C546-B6FF-EAE66444D043}"/>
              </a:ext>
            </a:extLst>
          </p:cNvPr>
          <p:cNvSpPr>
            <a:spLocks noGrp="1"/>
          </p:cNvSpPr>
          <p:nvPr>
            <p:ph type="pic" sz="quarter" idx="19" hasCustomPrompt="1"/>
          </p:nvPr>
        </p:nvSpPr>
        <p:spPr>
          <a:xfrm>
            <a:off x="4216143" y="318112"/>
            <a:ext cx="3783777"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6" name="Picture Placeholder 9">
            <a:extLst>
              <a:ext uri="{FF2B5EF4-FFF2-40B4-BE49-F238E27FC236}">
                <a16:creationId xmlns:a16="http://schemas.microsoft.com/office/drawing/2014/main" id="{65B79BDC-47CE-0543-BDE2-A8CF2E20FD96}"/>
              </a:ext>
            </a:extLst>
          </p:cNvPr>
          <p:cNvSpPr>
            <a:spLocks noGrp="1"/>
          </p:cNvSpPr>
          <p:nvPr>
            <p:ph type="pic" sz="quarter" idx="20" hasCustomPrompt="1"/>
          </p:nvPr>
        </p:nvSpPr>
        <p:spPr>
          <a:xfrm>
            <a:off x="8225591" y="318112"/>
            <a:ext cx="3657601"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14" name="Slide Number Placeholder 6">
            <a:extLst>
              <a:ext uri="{FF2B5EF4-FFF2-40B4-BE49-F238E27FC236}">
                <a16:creationId xmlns:a16="http://schemas.microsoft.com/office/drawing/2014/main" id="{3A7D1F7B-7BD3-400D-822A-BF038851A3AA}"/>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
        <p:nvSpPr>
          <p:cNvPr id="19" name="Text Placeholder 2">
            <a:extLst>
              <a:ext uri="{FF2B5EF4-FFF2-40B4-BE49-F238E27FC236}">
                <a16:creationId xmlns:a16="http://schemas.microsoft.com/office/drawing/2014/main" id="{35C50E67-374D-4C13-B3F5-AF42AB5D79CE}"/>
              </a:ext>
            </a:extLst>
          </p:cNvPr>
          <p:cNvSpPr>
            <a:spLocks noGrp="1"/>
          </p:cNvSpPr>
          <p:nvPr>
            <p:ph type="body" idx="34" hasCustomPrompt="1"/>
          </p:nvPr>
        </p:nvSpPr>
        <p:spPr>
          <a:xfrm>
            <a:off x="8221581" y="5929057"/>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20" name="Text Placeholder 2">
            <a:extLst>
              <a:ext uri="{FF2B5EF4-FFF2-40B4-BE49-F238E27FC236}">
                <a16:creationId xmlns:a16="http://schemas.microsoft.com/office/drawing/2014/main" id="{10514296-046E-435B-B705-798751C4112A}"/>
              </a:ext>
            </a:extLst>
          </p:cNvPr>
          <p:cNvSpPr>
            <a:spLocks noGrp="1"/>
          </p:cNvSpPr>
          <p:nvPr>
            <p:ph type="body" idx="35" hasCustomPrompt="1"/>
          </p:nvPr>
        </p:nvSpPr>
        <p:spPr>
          <a:xfrm>
            <a:off x="4216144" y="5929057"/>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21" name="Text Placeholder 2">
            <a:extLst>
              <a:ext uri="{FF2B5EF4-FFF2-40B4-BE49-F238E27FC236}">
                <a16:creationId xmlns:a16="http://schemas.microsoft.com/office/drawing/2014/main" id="{F9B23890-B4AE-4BE7-816D-9FB3A4134BFB}"/>
              </a:ext>
            </a:extLst>
          </p:cNvPr>
          <p:cNvSpPr>
            <a:spLocks noGrp="1"/>
          </p:cNvSpPr>
          <p:nvPr>
            <p:ph type="body" idx="36" hasCustomPrompt="1"/>
          </p:nvPr>
        </p:nvSpPr>
        <p:spPr>
          <a:xfrm>
            <a:off x="328863" y="5929057"/>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22" name="Picture Placeholder 9">
            <a:extLst>
              <a:ext uri="{FF2B5EF4-FFF2-40B4-BE49-F238E27FC236}">
                <a16:creationId xmlns:a16="http://schemas.microsoft.com/office/drawing/2014/main" id="{DD7F8A67-D383-4A5C-ABB7-01D36055F88E}"/>
              </a:ext>
            </a:extLst>
          </p:cNvPr>
          <p:cNvSpPr>
            <a:spLocks noGrp="1"/>
          </p:cNvSpPr>
          <p:nvPr>
            <p:ph type="pic" sz="quarter" idx="37" hasCustomPrompt="1"/>
          </p:nvPr>
        </p:nvSpPr>
        <p:spPr>
          <a:xfrm>
            <a:off x="328863" y="3478406"/>
            <a:ext cx="3657599"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3" name="Picture Placeholder 9">
            <a:extLst>
              <a:ext uri="{FF2B5EF4-FFF2-40B4-BE49-F238E27FC236}">
                <a16:creationId xmlns:a16="http://schemas.microsoft.com/office/drawing/2014/main" id="{E3304DF0-AAD9-40B1-98CA-3FF5BF50E029}"/>
              </a:ext>
            </a:extLst>
          </p:cNvPr>
          <p:cNvSpPr>
            <a:spLocks noGrp="1"/>
          </p:cNvSpPr>
          <p:nvPr>
            <p:ph type="pic" sz="quarter" idx="38" hasCustomPrompt="1"/>
          </p:nvPr>
        </p:nvSpPr>
        <p:spPr>
          <a:xfrm>
            <a:off x="4216143" y="3478406"/>
            <a:ext cx="3783777"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7" name="Picture Placeholder 9">
            <a:extLst>
              <a:ext uri="{FF2B5EF4-FFF2-40B4-BE49-F238E27FC236}">
                <a16:creationId xmlns:a16="http://schemas.microsoft.com/office/drawing/2014/main" id="{980BE97B-E65B-4431-9D04-75E50D696B8E}"/>
              </a:ext>
            </a:extLst>
          </p:cNvPr>
          <p:cNvSpPr>
            <a:spLocks noGrp="1"/>
          </p:cNvSpPr>
          <p:nvPr>
            <p:ph type="pic" sz="quarter" idx="39" hasCustomPrompt="1"/>
          </p:nvPr>
        </p:nvSpPr>
        <p:spPr>
          <a:xfrm>
            <a:off x="8221580" y="3478406"/>
            <a:ext cx="3657601"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Tree>
    <p:extLst>
      <p:ext uri="{BB962C8B-B14F-4D97-AF65-F5344CB8AC3E}">
        <p14:creationId xmlns:p14="http://schemas.microsoft.com/office/powerpoint/2010/main" val="3210119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Large Quote">
    <p:bg>
      <p:bgPr>
        <a:solidFill>
          <a:schemeClr val="bg2"/>
        </a:solidFill>
        <a:effectLst/>
      </p:bgPr>
    </p:bg>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79E91A12-D59B-4799-95CD-3A32AB13CFFF}"/>
              </a:ext>
            </a:extLst>
          </p:cNvPr>
          <p:cNvSpPr>
            <a:spLocks noGrp="1"/>
          </p:cNvSpPr>
          <p:nvPr>
            <p:ph type="body" sz="quarter" idx="14" hasCustomPrompt="1"/>
          </p:nvPr>
        </p:nvSpPr>
        <p:spPr>
          <a:xfrm>
            <a:off x="282101" y="53165"/>
            <a:ext cx="11612880" cy="5016758"/>
          </a:xfrm>
        </p:spPr>
        <p:txBody>
          <a:bodyPr>
            <a:spAutoFit/>
          </a:bodyPr>
          <a:lstStyle>
            <a:lvl1pPr marL="60307" indent="-60307">
              <a:lnSpc>
                <a:spcPts val="9597"/>
              </a:lnSpc>
              <a:buNone/>
              <a:defRPr sz="7998">
                <a:latin typeface="+mj-lt"/>
              </a:defRPr>
            </a:lvl1pPr>
          </a:lstStyle>
          <a:p>
            <a:pPr lvl="0"/>
            <a:r>
              <a:rPr lang="en-US"/>
              <a:t>Full page quote or sentence. Lorem ipsum dolor sit </a:t>
            </a:r>
            <a:r>
              <a:rPr lang="en-US" err="1"/>
              <a:t>amet</a:t>
            </a:r>
            <a:r>
              <a:rPr lang="en-US"/>
              <a:t>, </a:t>
            </a:r>
            <a:r>
              <a:rPr lang="en-US" err="1"/>
              <a:t>consectetur</a:t>
            </a:r>
            <a:r>
              <a:rPr lang="en-US"/>
              <a:t> </a:t>
            </a:r>
            <a:r>
              <a:rPr lang="en-US" err="1"/>
              <a:t>ddipiscing</a:t>
            </a:r>
            <a:r>
              <a:rPr lang="en-US"/>
              <a:t> ipsum </a:t>
            </a:r>
            <a:r>
              <a:rPr lang="en-US" err="1"/>
              <a:t>elit</a:t>
            </a:r>
            <a:r>
              <a:rPr lang="en-US"/>
              <a:t>.” </a:t>
            </a:r>
          </a:p>
        </p:txBody>
      </p:sp>
      <p:sp>
        <p:nvSpPr>
          <p:cNvPr id="13" name="Text Placeholder 3">
            <a:extLst>
              <a:ext uri="{FF2B5EF4-FFF2-40B4-BE49-F238E27FC236}">
                <a16:creationId xmlns:a16="http://schemas.microsoft.com/office/drawing/2014/main" id="{896D4DF3-D303-40E5-9BB4-C2887AD4CE25}"/>
              </a:ext>
            </a:extLst>
          </p:cNvPr>
          <p:cNvSpPr>
            <a:spLocks noGrp="1"/>
          </p:cNvSpPr>
          <p:nvPr>
            <p:ph type="body" sz="quarter" idx="24" hasCustomPrompt="1"/>
          </p:nvPr>
        </p:nvSpPr>
        <p:spPr>
          <a:xfrm>
            <a:off x="298808" y="6251214"/>
            <a:ext cx="11622024" cy="348557"/>
          </a:xfrm>
        </p:spPr>
        <p:txBody>
          <a:bodyPr>
            <a:spAutoFit/>
          </a:bodyPr>
          <a:lstStyle>
            <a:lvl1pPr marL="0" indent="0">
              <a:buNone/>
              <a:defRPr sz="1799"/>
            </a:lvl1pPr>
          </a:lstStyle>
          <a:p>
            <a:pPr lvl="0"/>
            <a:r>
              <a:rPr lang="en-US"/>
              <a:t>NAME, Title, Company</a:t>
            </a:r>
          </a:p>
        </p:txBody>
      </p:sp>
      <p:cxnSp>
        <p:nvCxnSpPr>
          <p:cNvPr id="10" name="Straight Connector 9">
            <a:extLst>
              <a:ext uri="{FF2B5EF4-FFF2-40B4-BE49-F238E27FC236}">
                <a16:creationId xmlns:a16="http://schemas.microsoft.com/office/drawing/2014/main" id="{3D93F98F-51FA-47B5-AD67-B3FA9D4D7C8D}"/>
              </a:ext>
            </a:extLst>
          </p:cNvPr>
          <p:cNvCxnSpPr>
            <a:cxnSpLocks/>
          </p:cNvCxnSpPr>
          <p:nvPr/>
        </p:nvCxnSpPr>
        <p:spPr bwMode="gray">
          <a:xfrm>
            <a:off x="1" y="127352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3D30F9-CEC4-4A80-B319-8885901FCC68}"/>
              </a:ext>
            </a:extLst>
          </p:cNvPr>
          <p:cNvCxnSpPr>
            <a:cxnSpLocks/>
          </p:cNvCxnSpPr>
          <p:nvPr/>
        </p:nvCxnSpPr>
        <p:spPr bwMode="gray">
          <a:xfrm>
            <a:off x="1" y="2470682"/>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FC81095-FF9C-45F3-8DEB-4F0A3C4ADA5F}"/>
              </a:ext>
            </a:extLst>
          </p:cNvPr>
          <p:cNvCxnSpPr>
            <a:cxnSpLocks/>
          </p:cNvCxnSpPr>
          <p:nvPr/>
        </p:nvCxnSpPr>
        <p:spPr bwMode="gray">
          <a:xfrm>
            <a:off x="1" y="3663212"/>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77173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arge Quote &amp; Photo">
    <p:bg>
      <p:bgPr>
        <a:solidFill>
          <a:srgbClr val="E6E6E6"/>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DD02BB2-A349-B449-B34B-9F8A7EDCAE6A}"/>
              </a:ext>
            </a:extLst>
          </p:cNvPr>
          <p:cNvSpPr/>
          <p:nvPr/>
        </p:nvSpPr>
        <p:spPr bwMode="ltGray">
          <a:xfrm>
            <a:off x="0" y="0"/>
            <a:ext cx="611563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8" name="Title 1">
            <a:extLst>
              <a:ext uri="{FF2B5EF4-FFF2-40B4-BE49-F238E27FC236}">
                <a16:creationId xmlns:a16="http://schemas.microsoft.com/office/drawing/2014/main" id="{DF5E0FF3-EAED-4B67-B437-FE3B2979E5B1}"/>
              </a:ext>
            </a:extLst>
          </p:cNvPr>
          <p:cNvSpPr>
            <a:spLocks noGrp="1"/>
          </p:cNvSpPr>
          <p:nvPr>
            <p:ph type="title" hasCustomPrompt="1"/>
          </p:nvPr>
        </p:nvSpPr>
        <p:spPr>
          <a:xfrm>
            <a:off x="298808" y="271726"/>
            <a:ext cx="5542434" cy="1843966"/>
          </a:xfrm>
        </p:spPr>
        <p:txBody>
          <a:bodyPr anchor="t" anchorCtr="0">
            <a:spAutoFit/>
          </a:bodyPr>
          <a:lstStyle>
            <a:lvl1pPr marL="177800" indent="-177800">
              <a:defRPr/>
            </a:lvl1pPr>
          </a:lstStyle>
          <a:p>
            <a:pPr marL="177800" indent="-177800"/>
            <a:r>
              <a:rPr lang="en-US"/>
              <a:t>“Type quote here and include quotation marks before and after text.”</a:t>
            </a:r>
          </a:p>
        </p:txBody>
      </p:sp>
      <p:cxnSp>
        <p:nvCxnSpPr>
          <p:cNvPr id="13" name="Straight Connector 12">
            <a:extLst>
              <a:ext uri="{FF2B5EF4-FFF2-40B4-BE49-F238E27FC236}">
                <a16:creationId xmlns:a16="http://schemas.microsoft.com/office/drawing/2014/main" id="{04AD888E-D9A4-0E4E-8B8C-50778FA440A5}"/>
              </a:ext>
            </a:extLst>
          </p:cNvPr>
          <p:cNvCxnSpPr>
            <a:cxnSpLocks/>
          </p:cNvCxnSpPr>
          <p:nvPr/>
        </p:nvCxnSpPr>
        <p:spPr>
          <a:xfrm>
            <a:off x="295103" y="6172200"/>
            <a:ext cx="54173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8EA70641-5692-C941-914E-5EFCB15017AB}"/>
              </a:ext>
            </a:extLst>
          </p:cNvPr>
          <p:cNvSpPr>
            <a:spLocks noGrp="1"/>
          </p:cNvSpPr>
          <p:nvPr>
            <p:ph type="pic" sz="quarter" idx="23" hasCustomPrompt="1"/>
          </p:nvPr>
        </p:nvSpPr>
        <p:spPr>
          <a:xfrm>
            <a:off x="6096000" y="0"/>
            <a:ext cx="6096001" cy="6858000"/>
          </a:xfrm>
          <a:solidFill>
            <a:schemeClr val="bg1">
              <a:lumMod val="75000"/>
            </a:schemeClr>
          </a:solidFill>
        </p:spPr>
        <p:txBody>
          <a:bodyPr bIns="2743200" anchor="ctr" anchorCtr="0"/>
          <a:lstStyle>
            <a:lvl1pPr marL="0" indent="0" algn="ctr">
              <a:buNone/>
              <a:defRPr sz="1200"/>
            </a:lvl1pPr>
          </a:lstStyle>
          <a:p>
            <a:r>
              <a:rPr lang="en-US"/>
              <a:t>Click to Add Photo</a:t>
            </a:r>
          </a:p>
        </p:txBody>
      </p:sp>
      <p:sp>
        <p:nvSpPr>
          <p:cNvPr id="9" name="Text Placeholder 3">
            <a:extLst>
              <a:ext uri="{FF2B5EF4-FFF2-40B4-BE49-F238E27FC236}">
                <a16:creationId xmlns:a16="http://schemas.microsoft.com/office/drawing/2014/main" id="{CEB07134-3C68-A24C-852D-70F78F1351E2}"/>
              </a:ext>
            </a:extLst>
          </p:cNvPr>
          <p:cNvSpPr>
            <a:spLocks noGrp="1"/>
          </p:cNvSpPr>
          <p:nvPr>
            <p:ph type="body" sz="quarter" idx="24" hasCustomPrompt="1"/>
          </p:nvPr>
        </p:nvSpPr>
        <p:spPr>
          <a:xfrm>
            <a:off x="276368" y="6251214"/>
            <a:ext cx="4916488" cy="348557"/>
          </a:xfrm>
        </p:spPr>
        <p:txBody>
          <a:bodyPr>
            <a:spAutoFit/>
          </a:bodyPr>
          <a:lstStyle>
            <a:lvl1pPr marL="0" indent="0">
              <a:buNone/>
              <a:defRPr sz="1799"/>
            </a:lvl1pPr>
          </a:lstStyle>
          <a:p>
            <a:pPr lvl="0"/>
            <a:r>
              <a:rPr lang="en-US"/>
              <a:t>Name, Title, Company</a:t>
            </a:r>
          </a:p>
        </p:txBody>
      </p:sp>
    </p:spTree>
    <p:extLst>
      <p:ext uri="{BB962C8B-B14F-4D97-AF65-F5344CB8AC3E}">
        <p14:creationId xmlns:p14="http://schemas.microsoft.com/office/powerpoint/2010/main" val="35712697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ong Quote &amp; Photo">
    <p:bg>
      <p:bgPr>
        <a:solidFill>
          <a:schemeClr val="bg2"/>
        </a:solidFill>
        <a:effectLst/>
      </p:bgPr>
    </p:bg>
    <p:spTree>
      <p:nvGrpSpPr>
        <p:cNvPr id="1" name=""/>
        <p:cNvGrpSpPr/>
        <p:nvPr/>
      </p:nvGrpSpPr>
      <p:grpSpPr>
        <a:xfrm>
          <a:off x="0" y="0"/>
          <a:ext cx="0" cy="0"/>
          <a:chOff x="0" y="0"/>
          <a:chExt cx="0" cy="0"/>
        </a:xfrm>
      </p:grpSpPr>
      <p:sp>
        <p:nvSpPr>
          <p:cNvPr id="10" name="Text Placeholder 4">
            <a:extLst>
              <a:ext uri="{FF2B5EF4-FFF2-40B4-BE49-F238E27FC236}">
                <a16:creationId xmlns:a16="http://schemas.microsoft.com/office/drawing/2014/main" id="{4BB19C53-64CF-46A0-B13A-39DA8FE8EF14}"/>
              </a:ext>
            </a:extLst>
          </p:cNvPr>
          <p:cNvSpPr>
            <a:spLocks noGrp="1"/>
          </p:cNvSpPr>
          <p:nvPr>
            <p:ph type="body" sz="quarter" idx="14" hasCustomPrompt="1"/>
          </p:nvPr>
        </p:nvSpPr>
        <p:spPr>
          <a:xfrm>
            <a:off x="282101" y="3803025"/>
            <a:ext cx="11612880" cy="2342949"/>
          </a:xfrm>
        </p:spPr>
        <p:txBody>
          <a:bodyPr>
            <a:spAutoFit/>
          </a:bodyPr>
          <a:lstStyle>
            <a:lvl1pPr marL="0" indent="0">
              <a:lnSpc>
                <a:spcPct val="125000"/>
              </a:lnSpc>
              <a:buNone/>
              <a:defRPr sz="5998">
                <a:latin typeface="+mj-lt"/>
              </a:defRPr>
            </a:lvl1pPr>
          </a:lstStyle>
          <a:p>
            <a:pPr lvl="0"/>
            <a:r>
              <a:rPr lang="en-US"/>
              <a:t>Long title, quote,</a:t>
            </a:r>
            <a:br>
              <a:rPr lang="en-US"/>
            </a:br>
            <a:r>
              <a:rPr lang="en-US"/>
              <a:t>or sentence</a:t>
            </a:r>
          </a:p>
        </p:txBody>
      </p:sp>
      <p:sp>
        <p:nvSpPr>
          <p:cNvPr id="11" name="Picture Placeholder 6">
            <a:extLst>
              <a:ext uri="{FF2B5EF4-FFF2-40B4-BE49-F238E27FC236}">
                <a16:creationId xmlns:a16="http://schemas.microsoft.com/office/drawing/2014/main" id="{0A422AB0-D9FE-7942-86F0-C5D4ABCC5EF5}"/>
              </a:ext>
            </a:extLst>
          </p:cNvPr>
          <p:cNvSpPr>
            <a:spLocks noGrp="1"/>
          </p:cNvSpPr>
          <p:nvPr>
            <p:ph type="pic" sz="quarter" idx="10" hasCustomPrompt="1"/>
          </p:nvPr>
        </p:nvSpPr>
        <p:spPr>
          <a:xfrm>
            <a:off x="1" y="1"/>
            <a:ext cx="12192000" cy="3896360"/>
          </a:xfrm>
          <a:solidFill>
            <a:schemeClr val="bg1">
              <a:lumMod val="75000"/>
            </a:schemeClr>
          </a:solidFill>
        </p:spPr>
        <p:txBody>
          <a:bodyPr bIns="914400" anchor="ctr" anchorCtr="0"/>
          <a:lstStyle>
            <a:lvl1pPr marL="0" indent="0" algn="ctr">
              <a:buNone/>
              <a:defRPr sz="1200"/>
            </a:lvl1pPr>
          </a:lstStyle>
          <a:p>
            <a:r>
              <a:rPr lang="en-US"/>
              <a:t>Click to Add Photo</a:t>
            </a:r>
          </a:p>
        </p:txBody>
      </p:sp>
      <p:sp>
        <p:nvSpPr>
          <p:cNvPr id="4" name="Text Placeholder 3">
            <a:extLst>
              <a:ext uri="{FF2B5EF4-FFF2-40B4-BE49-F238E27FC236}">
                <a16:creationId xmlns:a16="http://schemas.microsoft.com/office/drawing/2014/main" id="{312D5B01-CD02-6A47-BEE9-3A7D01D10B37}"/>
              </a:ext>
            </a:extLst>
          </p:cNvPr>
          <p:cNvSpPr>
            <a:spLocks noGrp="1"/>
          </p:cNvSpPr>
          <p:nvPr>
            <p:ph type="body" sz="quarter" idx="23" hasCustomPrompt="1"/>
          </p:nvPr>
        </p:nvSpPr>
        <p:spPr>
          <a:xfrm>
            <a:off x="282101" y="6249817"/>
            <a:ext cx="11612880" cy="348557"/>
          </a:xfrm>
        </p:spPr>
        <p:txBody>
          <a:bodyPr>
            <a:spAutoFit/>
          </a:bodyPr>
          <a:lstStyle>
            <a:lvl1pPr marL="0" indent="0">
              <a:buNone/>
              <a:defRPr sz="1799">
                <a:solidFill>
                  <a:schemeClr val="tx1"/>
                </a:solidFill>
              </a:defRPr>
            </a:lvl1pPr>
          </a:lstStyle>
          <a:p>
            <a:pPr lvl="0"/>
            <a:r>
              <a:rPr lang="en-US"/>
              <a:t>Small title would go here</a:t>
            </a:r>
          </a:p>
        </p:txBody>
      </p:sp>
      <p:grpSp>
        <p:nvGrpSpPr>
          <p:cNvPr id="2" name="Group 1">
            <a:extLst>
              <a:ext uri="{FF2B5EF4-FFF2-40B4-BE49-F238E27FC236}">
                <a16:creationId xmlns:a16="http://schemas.microsoft.com/office/drawing/2014/main" id="{93D0E37D-62CF-4523-8BF4-479A339275F5}"/>
              </a:ext>
            </a:extLst>
          </p:cNvPr>
          <p:cNvGrpSpPr/>
          <p:nvPr/>
        </p:nvGrpSpPr>
        <p:grpSpPr>
          <a:xfrm>
            <a:off x="-10408" y="5020144"/>
            <a:ext cx="12202408" cy="1147282"/>
            <a:chOff x="-10408" y="5115560"/>
            <a:chExt cx="12294704" cy="1147282"/>
          </a:xfrm>
        </p:grpSpPr>
        <p:cxnSp>
          <p:nvCxnSpPr>
            <p:cNvPr id="9" name="Straight Connector 8">
              <a:extLst>
                <a:ext uri="{FF2B5EF4-FFF2-40B4-BE49-F238E27FC236}">
                  <a16:creationId xmlns:a16="http://schemas.microsoft.com/office/drawing/2014/main" id="{7E6DDA52-105B-A244-911F-F4755ABFDBA4}"/>
                </a:ext>
              </a:extLst>
            </p:cNvPr>
            <p:cNvCxnSpPr/>
            <p:nvPr userDrawn="1"/>
          </p:nvCxnSpPr>
          <p:spPr>
            <a:xfrm>
              <a:off x="-10408" y="5115560"/>
              <a:ext cx="1229470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02BAE2C-DFCB-0748-8E88-D33B4E54C0CD}"/>
                </a:ext>
              </a:extLst>
            </p:cNvPr>
            <p:cNvCxnSpPr/>
            <p:nvPr userDrawn="1"/>
          </p:nvCxnSpPr>
          <p:spPr>
            <a:xfrm>
              <a:off x="-10408" y="6262842"/>
              <a:ext cx="1229470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993954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with White Type &amp; Photo">
    <p:bg>
      <p:bgPr>
        <a:solidFill>
          <a:schemeClr val="bg2"/>
        </a:solidFill>
        <a:effectLst/>
      </p:bgPr>
    </p:bg>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0A422AB0-D9FE-7942-86F0-C5D4ABCC5EF5}"/>
              </a:ext>
            </a:extLst>
          </p:cNvPr>
          <p:cNvSpPr>
            <a:spLocks noGrp="1"/>
          </p:cNvSpPr>
          <p:nvPr>
            <p:ph type="pic" sz="quarter" idx="10" hasCustomPrompt="1"/>
          </p:nvPr>
        </p:nvSpPr>
        <p:spPr>
          <a:xfrm>
            <a:off x="1" y="0"/>
            <a:ext cx="12192000" cy="6897757"/>
          </a:xfrm>
          <a:solidFill>
            <a:schemeClr val="bg1">
              <a:lumMod val="75000"/>
            </a:schemeClr>
          </a:solidFill>
        </p:spPr>
        <p:txBody>
          <a:bodyPr bIns="914400" anchor="ctr" anchorCtr="0"/>
          <a:lstStyle>
            <a:lvl1pPr marL="0" indent="0" algn="ctr">
              <a:buNone/>
              <a:defRPr sz="1200"/>
            </a:lvl1pPr>
          </a:lstStyle>
          <a:p>
            <a:r>
              <a:rPr lang="en-US"/>
              <a:t>Click to Add Photo</a:t>
            </a:r>
          </a:p>
        </p:txBody>
      </p:sp>
      <p:sp>
        <p:nvSpPr>
          <p:cNvPr id="10" name="Text Placeholder 4">
            <a:extLst>
              <a:ext uri="{FF2B5EF4-FFF2-40B4-BE49-F238E27FC236}">
                <a16:creationId xmlns:a16="http://schemas.microsoft.com/office/drawing/2014/main" id="{4BB19C53-64CF-46A0-B13A-39DA8FE8EF14}"/>
              </a:ext>
            </a:extLst>
          </p:cNvPr>
          <p:cNvSpPr>
            <a:spLocks noGrp="1"/>
          </p:cNvSpPr>
          <p:nvPr>
            <p:ph type="body" sz="quarter" idx="14" hasCustomPrompt="1"/>
          </p:nvPr>
        </p:nvSpPr>
        <p:spPr>
          <a:xfrm>
            <a:off x="282101" y="4111345"/>
            <a:ext cx="11612880" cy="1215717"/>
          </a:xfrm>
        </p:spPr>
        <p:txBody>
          <a:bodyPr>
            <a:spAutoFit/>
          </a:bodyPr>
          <a:lstStyle>
            <a:lvl1pPr marL="0" indent="0">
              <a:lnSpc>
                <a:spcPct val="90000"/>
              </a:lnSpc>
              <a:buNone/>
              <a:defRPr sz="3999">
                <a:solidFill>
                  <a:schemeClr val="bg1"/>
                </a:solidFill>
                <a:latin typeface="+mj-lt"/>
              </a:defRPr>
            </a:lvl1pPr>
          </a:lstStyle>
          <a:p>
            <a:pPr lvl="0"/>
            <a:r>
              <a:rPr lang="en-US"/>
              <a:t>Long title, quote,</a:t>
            </a:r>
            <a:br>
              <a:rPr lang="en-US"/>
            </a:br>
            <a:r>
              <a:rPr lang="en-US"/>
              <a:t>or sentence</a:t>
            </a:r>
          </a:p>
        </p:txBody>
      </p:sp>
      <p:sp>
        <p:nvSpPr>
          <p:cNvPr id="4" name="Text Placeholder 3">
            <a:extLst>
              <a:ext uri="{FF2B5EF4-FFF2-40B4-BE49-F238E27FC236}">
                <a16:creationId xmlns:a16="http://schemas.microsoft.com/office/drawing/2014/main" id="{312D5B01-CD02-6A47-BEE9-3A7D01D10B37}"/>
              </a:ext>
            </a:extLst>
          </p:cNvPr>
          <p:cNvSpPr>
            <a:spLocks noGrp="1"/>
          </p:cNvSpPr>
          <p:nvPr>
            <p:ph type="body" sz="quarter" idx="23" hasCustomPrompt="1"/>
          </p:nvPr>
        </p:nvSpPr>
        <p:spPr>
          <a:xfrm>
            <a:off x="293253" y="6251212"/>
            <a:ext cx="11612880" cy="291618"/>
          </a:xfrm>
        </p:spPr>
        <p:txBody>
          <a:bodyPr>
            <a:spAutoFit/>
          </a:bodyPr>
          <a:lstStyle>
            <a:lvl1pPr marL="0" indent="0">
              <a:buNone/>
              <a:defRPr sz="1400">
                <a:solidFill>
                  <a:schemeClr val="bg1"/>
                </a:solidFill>
              </a:defRPr>
            </a:lvl1pPr>
          </a:lstStyle>
          <a:p>
            <a:pPr lvl="0"/>
            <a:r>
              <a:rPr lang="en-US"/>
              <a:t>Small title would go here</a:t>
            </a:r>
          </a:p>
        </p:txBody>
      </p:sp>
    </p:spTree>
    <p:extLst>
      <p:ext uri="{BB962C8B-B14F-4D97-AF65-F5344CB8AC3E}">
        <p14:creationId xmlns:p14="http://schemas.microsoft.com/office/powerpoint/2010/main" val="10411231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with Black Type &amp; Photo">
    <p:bg>
      <p:bgPr>
        <a:solidFill>
          <a:schemeClr val="bg2"/>
        </a:solidFill>
        <a:effectLst/>
      </p:bgPr>
    </p:bg>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0A422AB0-D9FE-7942-86F0-C5D4ABCC5EF5}"/>
              </a:ext>
            </a:extLst>
          </p:cNvPr>
          <p:cNvSpPr>
            <a:spLocks noGrp="1"/>
          </p:cNvSpPr>
          <p:nvPr>
            <p:ph type="pic" sz="quarter" idx="10" hasCustomPrompt="1"/>
          </p:nvPr>
        </p:nvSpPr>
        <p:spPr>
          <a:xfrm>
            <a:off x="1" y="2"/>
            <a:ext cx="12192000" cy="6857999"/>
          </a:xfrm>
          <a:solidFill>
            <a:schemeClr val="bg1">
              <a:lumMod val="75000"/>
            </a:schemeClr>
          </a:solidFill>
        </p:spPr>
        <p:txBody>
          <a:bodyPr bIns="914400" anchor="ctr" anchorCtr="0"/>
          <a:lstStyle>
            <a:lvl1pPr marL="0" indent="0" algn="ctr">
              <a:buNone/>
              <a:defRPr sz="1200"/>
            </a:lvl1pPr>
          </a:lstStyle>
          <a:p>
            <a:r>
              <a:rPr lang="en-US"/>
              <a:t>Click to Add Photo</a:t>
            </a:r>
          </a:p>
        </p:txBody>
      </p:sp>
      <p:sp>
        <p:nvSpPr>
          <p:cNvPr id="10" name="Text Placeholder 4">
            <a:extLst>
              <a:ext uri="{FF2B5EF4-FFF2-40B4-BE49-F238E27FC236}">
                <a16:creationId xmlns:a16="http://schemas.microsoft.com/office/drawing/2014/main" id="{4BB19C53-64CF-46A0-B13A-39DA8FE8EF14}"/>
              </a:ext>
            </a:extLst>
          </p:cNvPr>
          <p:cNvSpPr>
            <a:spLocks noGrp="1"/>
          </p:cNvSpPr>
          <p:nvPr>
            <p:ph type="body" sz="quarter" idx="14" hasCustomPrompt="1"/>
          </p:nvPr>
        </p:nvSpPr>
        <p:spPr>
          <a:xfrm>
            <a:off x="282101" y="4111345"/>
            <a:ext cx="11612880" cy="1215717"/>
          </a:xfrm>
        </p:spPr>
        <p:txBody>
          <a:bodyPr>
            <a:spAutoFit/>
          </a:bodyPr>
          <a:lstStyle>
            <a:lvl1pPr marL="0" indent="0">
              <a:lnSpc>
                <a:spcPct val="90000"/>
              </a:lnSpc>
              <a:buNone/>
              <a:defRPr sz="3999">
                <a:latin typeface="+mj-lt"/>
              </a:defRPr>
            </a:lvl1pPr>
          </a:lstStyle>
          <a:p>
            <a:pPr lvl="0"/>
            <a:r>
              <a:rPr lang="en-US"/>
              <a:t>Long title, quote,</a:t>
            </a:r>
            <a:br>
              <a:rPr lang="en-US"/>
            </a:br>
            <a:r>
              <a:rPr lang="en-US"/>
              <a:t>or sentence</a:t>
            </a:r>
          </a:p>
        </p:txBody>
      </p:sp>
      <p:sp>
        <p:nvSpPr>
          <p:cNvPr id="4" name="Text Placeholder 3">
            <a:extLst>
              <a:ext uri="{FF2B5EF4-FFF2-40B4-BE49-F238E27FC236}">
                <a16:creationId xmlns:a16="http://schemas.microsoft.com/office/drawing/2014/main" id="{312D5B01-CD02-6A47-BEE9-3A7D01D10B37}"/>
              </a:ext>
            </a:extLst>
          </p:cNvPr>
          <p:cNvSpPr>
            <a:spLocks noGrp="1"/>
          </p:cNvSpPr>
          <p:nvPr>
            <p:ph type="body" sz="quarter" idx="23" hasCustomPrompt="1"/>
          </p:nvPr>
        </p:nvSpPr>
        <p:spPr>
          <a:xfrm>
            <a:off x="293253" y="6251212"/>
            <a:ext cx="11612880" cy="291618"/>
          </a:xfrm>
        </p:spPr>
        <p:txBody>
          <a:bodyPr>
            <a:spAutoFit/>
          </a:bodyPr>
          <a:lstStyle>
            <a:lvl1pPr marL="0" indent="0">
              <a:buNone/>
              <a:defRPr sz="1400">
                <a:solidFill>
                  <a:schemeClr val="tx1"/>
                </a:solidFill>
              </a:defRPr>
            </a:lvl1pPr>
          </a:lstStyle>
          <a:p>
            <a:pPr lvl="0"/>
            <a:r>
              <a:rPr lang="en-US"/>
              <a:t>Small title would go here</a:t>
            </a:r>
          </a:p>
        </p:txBody>
      </p:sp>
    </p:spTree>
    <p:extLst>
      <p:ext uri="{BB962C8B-B14F-4D97-AF65-F5344CB8AC3E}">
        <p14:creationId xmlns:p14="http://schemas.microsoft.com/office/powerpoint/2010/main" val="22459383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hoto Only">
    <p:bg>
      <p:bgPr>
        <a:solidFill>
          <a:srgbClr val="E6E6E6"/>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8FC0354-FF3E-4D42-A5FC-BC26485E9DBC}"/>
              </a:ext>
            </a:extLst>
          </p:cNvPr>
          <p:cNvSpPr>
            <a:spLocks noGrp="1"/>
          </p:cNvSpPr>
          <p:nvPr>
            <p:ph type="pic" sz="quarter" idx="10" hasCustomPrompt="1"/>
          </p:nvPr>
        </p:nvSpPr>
        <p:spPr>
          <a:xfrm>
            <a:off x="1" y="0"/>
            <a:ext cx="12192000" cy="6858000"/>
          </a:xfrm>
          <a:solidFill>
            <a:schemeClr val="bg1">
              <a:lumMod val="75000"/>
            </a:schemeClr>
          </a:solidFill>
        </p:spPr>
        <p:txBody>
          <a:bodyPr bIns="2743200" anchor="ctr" anchorCtr="0"/>
          <a:lstStyle>
            <a:lvl1pPr marL="0" indent="0" algn="ctr">
              <a:buNone/>
              <a:defRPr sz="1400"/>
            </a:lvl1pPr>
          </a:lstStyle>
          <a:p>
            <a:r>
              <a:rPr lang="en-US"/>
              <a:t>Click to Add Photo</a:t>
            </a:r>
          </a:p>
        </p:txBody>
      </p:sp>
    </p:spTree>
    <p:extLst>
      <p:ext uri="{BB962C8B-B14F-4D97-AF65-F5344CB8AC3E}">
        <p14:creationId xmlns:p14="http://schemas.microsoft.com/office/powerpoint/2010/main" val="12094939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rge Statistic">
    <p:bg>
      <p:bgPr>
        <a:solidFill>
          <a:schemeClr val="bg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12723C-5406-0349-9FCB-4724CD8B3A53}"/>
              </a:ext>
            </a:extLst>
          </p:cNvPr>
          <p:cNvSpPr>
            <a:spLocks noGrp="1"/>
          </p:cNvSpPr>
          <p:nvPr>
            <p:ph type="body" sz="quarter" idx="11" hasCustomPrompt="1"/>
          </p:nvPr>
        </p:nvSpPr>
        <p:spPr>
          <a:xfrm>
            <a:off x="899320" y="1310878"/>
            <a:ext cx="10393362" cy="3626644"/>
          </a:xfrm>
        </p:spPr>
        <p:txBody>
          <a:bodyPr anchor="t" anchorCtr="0"/>
          <a:lstStyle>
            <a:lvl1pPr marL="0" indent="0" algn="ctr">
              <a:buNone/>
              <a:defRPr sz="29991">
                <a:solidFill>
                  <a:schemeClr val="tx1"/>
                </a:solidFill>
              </a:defRPr>
            </a:lvl1pPr>
          </a:lstStyle>
          <a:p>
            <a:pPr lvl="0"/>
            <a:r>
              <a:rPr lang="en-US"/>
              <a:t>100%</a:t>
            </a:r>
          </a:p>
        </p:txBody>
      </p:sp>
      <p:sp>
        <p:nvSpPr>
          <p:cNvPr id="3" name="Text Placeholder 2">
            <a:extLst>
              <a:ext uri="{FF2B5EF4-FFF2-40B4-BE49-F238E27FC236}">
                <a16:creationId xmlns:a16="http://schemas.microsoft.com/office/drawing/2014/main" id="{E6C5FC93-04CE-0248-B494-4EB15CE3FA63}"/>
              </a:ext>
            </a:extLst>
          </p:cNvPr>
          <p:cNvSpPr>
            <a:spLocks noGrp="1"/>
          </p:cNvSpPr>
          <p:nvPr>
            <p:ph type="body" sz="quarter" idx="12" hasCustomPrompt="1"/>
          </p:nvPr>
        </p:nvSpPr>
        <p:spPr>
          <a:xfrm>
            <a:off x="878305" y="5343525"/>
            <a:ext cx="10455442" cy="1270000"/>
          </a:xfrm>
        </p:spPr>
        <p:txBody>
          <a:bodyPr/>
          <a:lstStyle>
            <a:lvl1pPr marL="0" indent="0" algn="ctr">
              <a:buNone/>
              <a:defRPr sz="2799">
                <a:solidFill>
                  <a:schemeClr val="tx1"/>
                </a:solidFill>
              </a:defRPr>
            </a:lvl1pPr>
          </a:lstStyle>
          <a:p>
            <a:pPr lvl="0"/>
            <a:r>
              <a:rPr lang="en-US"/>
              <a:t>Secondary text goes here.</a:t>
            </a:r>
          </a:p>
        </p:txBody>
      </p:sp>
      <p:cxnSp>
        <p:nvCxnSpPr>
          <p:cNvPr id="6" name="Straight Connector 5">
            <a:extLst>
              <a:ext uri="{FF2B5EF4-FFF2-40B4-BE49-F238E27FC236}">
                <a16:creationId xmlns:a16="http://schemas.microsoft.com/office/drawing/2014/main" id="{97F32798-A1C4-B24E-A3C2-B2D66586077E}"/>
              </a:ext>
            </a:extLst>
          </p:cNvPr>
          <p:cNvCxnSpPr>
            <a:cxnSpLocks/>
          </p:cNvCxnSpPr>
          <p:nvPr/>
        </p:nvCxnSpPr>
        <p:spPr>
          <a:xfrm>
            <a:off x="-29817" y="4953000"/>
            <a:ext cx="1222181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Slide Number Placeholder 6">
            <a:extLst>
              <a:ext uri="{FF2B5EF4-FFF2-40B4-BE49-F238E27FC236}">
                <a16:creationId xmlns:a16="http://schemas.microsoft.com/office/drawing/2014/main" id="{127B2303-B8A8-4AB6-8445-0182B3B239BC}"/>
              </a:ext>
            </a:extLst>
          </p:cNvPr>
          <p:cNvSpPr>
            <a:spLocks noGrp="1"/>
          </p:cNvSpPr>
          <p:nvPr>
            <p:ph type="sldNum" sz="quarter" idx="13"/>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6394853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hank You Slide with Dark Photo Background">
    <p:bg>
      <p:bgPr>
        <a:solidFill>
          <a:schemeClr val="bg2"/>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E5EE755C-97F0-4B69-962B-E045E881D196}"/>
              </a:ext>
            </a:extLst>
          </p:cNvPr>
          <p:cNvSpPr>
            <a:spLocks noGrp="1"/>
          </p:cNvSpPr>
          <p:nvPr>
            <p:ph type="pic" sz="quarter" idx="10"/>
          </p:nvPr>
        </p:nvSpPr>
        <p:spPr>
          <a:xfrm>
            <a:off x="1" y="0"/>
            <a:ext cx="12192000" cy="6858000"/>
          </a:xfrm>
          <a:solidFill>
            <a:schemeClr val="bg1">
              <a:lumMod val="65000"/>
            </a:schemeClr>
          </a:solidFill>
        </p:spPr>
        <p:txBody>
          <a:bodyPr/>
          <a:lstStyle>
            <a:lvl1pPr marL="0" indent="0">
              <a:buNone/>
              <a:defRPr sz="1600">
                <a:solidFill>
                  <a:schemeClr val="bg1"/>
                </a:solidFill>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white">
          <a:xfrm>
            <a:off x="249582" y="116032"/>
            <a:ext cx="11612880" cy="3114060"/>
          </a:xfrm>
          <a:ln>
            <a:noFill/>
          </a:ln>
        </p:spPr>
        <p:txBody>
          <a:bodyPr/>
          <a:lstStyle>
            <a:lvl1pPr marL="0" indent="0">
              <a:lnSpc>
                <a:spcPct val="95000"/>
              </a:lnSpc>
              <a:buNone/>
              <a:defRPr sz="7998">
                <a:solidFill>
                  <a:schemeClr val="bg1"/>
                </a:solidFill>
                <a:latin typeface="+mj-lt"/>
              </a:defRPr>
            </a:lvl1pPr>
          </a:lstStyle>
          <a:p>
            <a:pPr lvl="0"/>
            <a:r>
              <a:rPr lang="en-US"/>
              <a:t>Thank You</a:t>
            </a:r>
          </a:p>
        </p:txBody>
      </p:sp>
    </p:spTree>
    <p:extLst>
      <p:ext uri="{BB962C8B-B14F-4D97-AF65-F5344CB8AC3E}">
        <p14:creationId xmlns:p14="http://schemas.microsoft.com/office/powerpoint/2010/main" val="3937631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ank You Slide with Light Photo Background">
    <p:bg>
      <p:bgPr>
        <a:solidFill>
          <a:schemeClr val="bg2"/>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E5EE755C-97F0-4B69-962B-E045E881D196}"/>
              </a:ext>
            </a:extLst>
          </p:cNvPr>
          <p:cNvSpPr>
            <a:spLocks noGrp="1"/>
          </p:cNvSpPr>
          <p:nvPr>
            <p:ph type="pic" sz="quarter" idx="10"/>
          </p:nvPr>
        </p:nvSpPr>
        <p:spPr>
          <a:xfrm>
            <a:off x="1" y="0"/>
            <a:ext cx="12192000" cy="6858000"/>
          </a:xfrm>
          <a:solidFill>
            <a:schemeClr val="bg1">
              <a:lumMod val="65000"/>
            </a:schemeClr>
          </a:solidFill>
        </p:spPr>
        <p:txBody>
          <a:bodyPr/>
          <a:lstStyle>
            <a:lvl1pPr marL="0" indent="0">
              <a:buNone/>
              <a:defRPr sz="1600">
                <a:solidFill>
                  <a:schemeClr val="bg1"/>
                </a:solidFill>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116032"/>
            <a:ext cx="11612880" cy="3114060"/>
          </a:xfrm>
          <a:ln>
            <a:noFill/>
          </a:ln>
        </p:spPr>
        <p:txBody>
          <a:bodyPr/>
          <a:lstStyle>
            <a:lvl1pPr marL="0" indent="0">
              <a:lnSpc>
                <a:spcPct val="95000"/>
              </a:lnSpc>
              <a:buNone/>
              <a:defRPr sz="7998">
                <a:solidFill>
                  <a:schemeClr val="tx1"/>
                </a:solidFill>
                <a:latin typeface="+mj-lt"/>
              </a:defRPr>
            </a:lvl1pPr>
          </a:lstStyle>
          <a:p>
            <a:pPr lvl="0"/>
            <a:r>
              <a:rPr lang="en-US"/>
              <a:t>Thank You</a:t>
            </a:r>
          </a:p>
        </p:txBody>
      </p:sp>
    </p:spTree>
    <p:extLst>
      <p:ext uri="{BB962C8B-B14F-4D97-AF65-F5344CB8AC3E}">
        <p14:creationId xmlns:p14="http://schemas.microsoft.com/office/powerpoint/2010/main" val="8592727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ank You Slide with Blue Background">
    <p:bg>
      <p:bgPr>
        <a:solidFill>
          <a:schemeClr val="bg2"/>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116032"/>
            <a:ext cx="11612880" cy="3114060"/>
          </a:xfrm>
          <a:ln>
            <a:noFill/>
          </a:ln>
        </p:spPr>
        <p:txBody>
          <a:bodyPr/>
          <a:lstStyle>
            <a:lvl1pPr marL="0" indent="0">
              <a:lnSpc>
                <a:spcPct val="95000"/>
              </a:lnSpc>
              <a:buNone/>
              <a:defRPr sz="7998">
                <a:solidFill>
                  <a:schemeClr val="tx1"/>
                </a:solidFill>
                <a:latin typeface="+mj-lt"/>
              </a:defRPr>
            </a:lvl1pPr>
          </a:lstStyle>
          <a:p>
            <a:pPr lvl="0"/>
            <a:r>
              <a:rPr lang="en-US"/>
              <a:t>Thank You</a:t>
            </a:r>
          </a:p>
        </p:txBody>
      </p:sp>
      <p:cxnSp>
        <p:nvCxnSpPr>
          <p:cNvPr id="4" name="Straight Connector 3">
            <a:extLst>
              <a:ext uri="{FF2B5EF4-FFF2-40B4-BE49-F238E27FC236}">
                <a16:creationId xmlns:a16="http://schemas.microsoft.com/office/drawing/2014/main" id="{96AD1017-FE5C-470F-979A-B8E90BD767CE}"/>
              </a:ext>
            </a:extLst>
          </p:cNvPr>
          <p:cNvCxnSpPr>
            <a:cxnSpLocks/>
          </p:cNvCxnSpPr>
          <p:nvPr/>
        </p:nvCxnSpPr>
        <p:spPr bwMode="black">
          <a:xfrm>
            <a:off x="1" y="135353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logo">
            <a:extLst>
              <a:ext uri="{FF2B5EF4-FFF2-40B4-BE49-F238E27FC236}">
                <a16:creationId xmlns:a16="http://schemas.microsoft.com/office/drawing/2014/main" id="{F10EAB7B-87E2-481C-BCC7-ED1C587C1841}"/>
              </a:ext>
            </a:extLst>
          </p:cNvPr>
          <p:cNvSpPr>
            <a:spLocks noChangeAspect="1" noEditPoints="1"/>
          </p:cNvSpPr>
          <p:nvPr/>
        </p:nvSpPr>
        <p:spPr bwMode="gray">
          <a:xfrm>
            <a:off x="285242" y="5862686"/>
            <a:ext cx="722492" cy="722489"/>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16" tIns="45708" rIns="91416" bIns="45708" numCol="1" anchor="t" anchorCtr="0" compatLnSpc="1">
            <a:prstTxWarp prst="textNoShape">
              <a:avLst/>
            </a:prstTxWarp>
          </a:bodyPr>
          <a:lstStyle/>
          <a:p>
            <a:endParaRPr sz="1799"/>
          </a:p>
        </p:txBody>
      </p:sp>
    </p:spTree>
    <p:extLst>
      <p:ext uri="{BB962C8B-B14F-4D97-AF65-F5344CB8AC3E}">
        <p14:creationId xmlns:p14="http://schemas.microsoft.com/office/powerpoint/2010/main" val="208482838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ogo ">
    <p:bg>
      <p:bgPr>
        <a:solidFill>
          <a:schemeClr val="bg2"/>
        </a:solidFill>
        <a:effectLst/>
      </p:bgPr>
    </p:bg>
    <p:spTree>
      <p:nvGrpSpPr>
        <p:cNvPr id="1" name=""/>
        <p:cNvGrpSpPr/>
        <p:nvPr/>
      </p:nvGrpSpPr>
      <p:grpSpPr>
        <a:xfrm>
          <a:off x="0" y="0"/>
          <a:ext cx="0" cy="0"/>
          <a:chOff x="0" y="0"/>
          <a:chExt cx="0" cy="0"/>
        </a:xfrm>
      </p:grpSpPr>
      <p:sp>
        <p:nvSpPr>
          <p:cNvPr id="4" name="logo">
            <a:extLst>
              <a:ext uri="{FF2B5EF4-FFF2-40B4-BE49-F238E27FC236}">
                <a16:creationId xmlns:a16="http://schemas.microsoft.com/office/drawing/2014/main" id="{484E96F8-EFE7-4607-AF1C-0FB4EC8B18A7}"/>
              </a:ext>
            </a:extLst>
          </p:cNvPr>
          <p:cNvSpPr>
            <a:spLocks noChangeAspect="1" noEditPoints="1"/>
          </p:cNvSpPr>
          <p:nvPr/>
        </p:nvSpPr>
        <p:spPr bwMode="gray">
          <a:xfrm>
            <a:off x="4275618" y="1602475"/>
            <a:ext cx="3646141" cy="364613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16" tIns="45708" rIns="91416" bIns="45708" numCol="1" anchor="t" anchorCtr="0" compatLnSpc="1">
            <a:prstTxWarp prst="textNoShape">
              <a:avLst/>
            </a:prstTxWarp>
          </a:bodyPr>
          <a:lstStyle/>
          <a:p>
            <a:endParaRPr sz="1799"/>
          </a:p>
        </p:txBody>
      </p:sp>
    </p:spTree>
    <p:extLst>
      <p:ext uri="{BB962C8B-B14F-4D97-AF65-F5344CB8AC3E}">
        <p14:creationId xmlns:p14="http://schemas.microsoft.com/office/powerpoint/2010/main" val="9221626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빈 화면">
    <p:bg>
      <p:bgPr>
        <a:solidFill>
          <a:schemeClr val="bg1"/>
        </a:solidFill>
        <a:effectLst/>
      </p:bgPr>
    </p:bg>
    <p:spTree>
      <p:nvGrpSpPr>
        <p:cNvPr id="1" name=""/>
        <p:cNvGrpSpPr/>
        <p:nvPr/>
      </p:nvGrpSpPr>
      <p:grpSpPr>
        <a:xfrm>
          <a:off x="0" y="0"/>
          <a:ext cx="0" cy="0"/>
          <a:chOff x="0" y="0"/>
          <a:chExt cx="0" cy="0"/>
        </a:xfrm>
      </p:grpSpPr>
      <p:sp>
        <p:nvSpPr>
          <p:cNvPr id="6" name="Slide Number Placeholder 6">
            <a:extLst>
              <a:ext uri="{FF2B5EF4-FFF2-40B4-BE49-F238E27FC236}">
                <a16:creationId xmlns:a16="http://schemas.microsoft.com/office/drawing/2014/main" id="{90B45F38-CFD5-466C-BE58-79F2F44D79E6}"/>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19348038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1_제목만">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white"/>
              </a:solidFill>
              <a:effectLst/>
              <a:uLnTx/>
              <a:uFillTx/>
              <a:latin typeface="Forma DJR Micro"/>
              <a:ea typeface="+mn-ea"/>
              <a:cs typeface="+mn-cs"/>
            </a:endParaRP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4"/>
            <a:ext cx="11612880" cy="600934"/>
          </a:xfrm>
        </p:spPr>
        <p:txBody>
          <a:bodyPr wrap="square" tIns="0" rIns="0" bIns="0">
            <a:spAutoFit/>
          </a:bodyPr>
          <a:lstStyle>
            <a:lvl1pPr>
              <a:defRPr sz="4399">
                <a:latin typeface="+mj-lt"/>
              </a:defRPr>
            </a:lvl1pPr>
          </a:lstStyle>
          <a:p>
            <a:r>
              <a:rPr lang="en-US"/>
              <a:t>Title</a:t>
            </a:r>
          </a:p>
        </p:txBody>
      </p:sp>
      <p:sp>
        <p:nvSpPr>
          <p:cNvPr id="9" name="Slide Number Placeholder 6">
            <a:extLst>
              <a:ext uri="{FF2B5EF4-FFF2-40B4-BE49-F238E27FC236}">
                <a16:creationId xmlns:a16="http://schemas.microsoft.com/office/drawing/2014/main" id="{76155E8A-7EA8-4AD6-AF57-B7E67197C581}"/>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22278721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9.xml"/><Relationship Id="rId18" Type="http://schemas.openxmlformats.org/officeDocument/2006/relationships/slideLayout" Target="../slideLayouts/slideLayout24.xml"/><Relationship Id="rId26" Type="http://schemas.openxmlformats.org/officeDocument/2006/relationships/slideLayout" Target="../slideLayouts/slideLayout32.xml"/><Relationship Id="rId39" Type="http://schemas.openxmlformats.org/officeDocument/2006/relationships/slideLayout" Target="../slideLayouts/slideLayout45.xml"/><Relationship Id="rId21" Type="http://schemas.openxmlformats.org/officeDocument/2006/relationships/slideLayout" Target="../slideLayouts/slideLayout27.xml"/><Relationship Id="rId34" Type="http://schemas.openxmlformats.org/officeDocument/2006/relationships/slideLayout" Target="../slideLayouts/slideLayout40.xml"/><Relationship Id="rId42" Type="http://schemas.openxmlformats.org/officeDocument/2006/relationships/theme" Target="../theme/theme2.xml"/><Relationship Id="rId7" Type="http://schemas.openxmlformats.org/officeDocument/2006/relationships/slideLayout" Target="../slideLayouts/slideLayout1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29" Type="http://schemas.openxmlformats.org/officeDocument/2006/relationships/slideLayout" Target="../slideLayouts/slideLayout35.xml"/><Relationship Id="rId41" Type="http://schemas.openxmlformats.org/officeDocument/2006/relationships/slideLayout" Target="../slideLayouts/slideLayout47.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slideLayout" Target="../slideLayouts/slideLayout30.xml"/><Relationship Id="rId32" Type="http://schemas.openxmlformats.org/officeDocument/2006/relationships/slideLayout" Target="../slideLayouts/slideLayout38.xml"/><Relationship Id="rId37" Type="http://schemas.openxmlformats.org/officeDocument/2006/relationships/slideLayout" Target="../slideLayouts/slideLayout43.xml"/><Relationship Id="rId40" Type="http://schemas.openxmlformats.org/officeDocument/2006/relationships/slideLayout" Target="../slideLayouts/slideLayout46.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28" Type="http://schemas.openxmlformats.org/officeDocument/2006/relationships/slideLayout" Target="../slideLayouts/slideLayout34.xml"/><Relationship Id="rId36" Type="http://schemas.openxmlformats.org/officeDocument/2006/relationships/slideLayout" Target="../slideLayouts/slideLayout42.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31" Type="http://schemas.openxmlformats.org/officeDocument/2006/relationships/slideLayout" Target="../slideLayouts/slideLayout37.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 Id="rId27" Type="http://schemas.openxmlformats.org/officeDocument/2006/relationships/slideLayout" Target="../slideLayouts/slideLayout33.xml"/><Relationship Id="rId30" Type="http://schemas.openxmlformats.org/officeDocument/2006/relationships/slideLayout" Target="../slideLayouts/slideLayout36.xml"/><Relationship Id="rId35" Type="http://schemas.openxmlformats.org/officeDocument/2006/relationships/slideLayout" Target="../slideLayouts/slideLayout41.xml"/><Relationship Id="rId8" Type="http://schemas.openxmlformats.org/officeDocument/2006/relationships/slideLayout" Target="../slideLayouts/slideLayout14.xml"/><Relationship Id="rId3" Type="http://schemas.openxmlformats.org/officeDocument/2006/relationships/slideLayout" Target="../slideLayouts/slideLayout9.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slideLayout" Target="../slideLayouts/slideLayout31.xml"/><Relationship Id="rId33" Type="http://schemas.openxmlformats.org/officeDocument/2006/relationships/slideLayout" Target="../slideLayouts/slideLayout39.xml"/><Relationship Id="rId3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7093DF8A-E70A-41A2-B536-DAD99DAC12C5}"/>
              </a:ext>
            </a:extLst>
          </p:cNvPr>
          <p:cNvSpPr>
            <a:spLocks noGrp="1"/>
          </p:cNvSpPr>
          <p:nvPr>
            <p:ph type="ftr" sz="quarter" idx="3"/>
          </p:nvPr>
        </p:nvSpPr>
        <p:spPr>
          <a:xfrm>
            <a:off x="581967" y="6451901"/>
            <a:ext cx="2489464" cy="154017"/>
          </a:xfrm>
          <a:prstGeom prst="rect">
            <a:avLst/>
          </a:prstGeom>
        </p:spPr>
        <p:txBody>
          <a:bodyPr vert="horz" wrap="none" lIns="0" tIns="0" rIns="0" bIns="0" rtlCol="0" anchor="b" anchorCtr="0">
            <a:spAutoFit/>
          </a:bodyPr>
          <a:lstStyle>
            <a:lvl1pPr algn="l">
              <a:defRPr sz="1001">
                <a:solidFill>
                  <a:schemeClr val="tx1"/>
                </a:solidFill>
              </a:defRPr>
            </a:lvl1pPr>
          </a:lstStyle>
          <a:p>
            <a:r>
              <a:rPr lang="en-US"/>
              <a:t>HP Private, Confidential for Internal Use Only</a:t>
            </a:r>
          </a:p>
        </p:txBody>
      </p:sp>
      <p:sp>
        <p:nvSpPr>
          <p:cNvPr id="8" name="Slide Number Placeholder 7">
            <a:extLst>
              <a:ext uri="{FF2B5EF4-FFF2-40B4-BE49-F238E27FC236}">
                <a16:creationId xmlns:a16="http://schemas.microsoft.com/office/drawing/2014/main" id="{EBD5A218-C2E5-4122-9119-B57632FAEE56}"/>
              </a:ext>
            </a:extLst>
          </p:cNvPr>
          <p:cNvSpPr>
            <a:spLocks noGrp="1"/>
          </p:cNvSpPr>
          <p:nvPr>
            <p:ph type="sldNum" sz="quarter" idx="4"/>
          </p:nvPr>
        </p:nvSpPr>
        <p:spPr>
          <a:xfrm>
            <a:off x="300880" y="6451901"/>
            <a:ext cx="256805" cy="154017"/>
          </a:xfrm>
          <a:prstGeom prst="rect">
            <a:avLst/>
          </a:prstGeom>
        </p:spPr>
        <p:txBody>
          <a:bodyPr vert="horz" wrap="square" lIns="0" tIns="0" rIns="0" bIns="0" rtlCol="0" anchor="b" anchorCtr="0">
            <a:spAutoFit/>
          </a:bodyPr>
          <a:lstStyle>
            <a:lvl1pPr algn="l">
              <a:defRPr sz="1001">
                <a:solidFill>
                  <a:schemeClr val="tx1"/>
                </a:solidFill>
              </a:defRPr>
            </a:lvl1pPr>
          </a:lstStyle>
          <a:p>
            <a:fld id="{B71A6B67-5149-4CA8-8884-0AC28C15FDCE}" type="slidenum">
              <a:rPr lang="en-US" smtClean="0"/>
              <a:pPr/>
              <a:t>‹#›</a:t>
            </a:fld>
            <a:endParaRPr lang="en-US"/>
          </a:p>
        </p:txBody>
      </p:sp>
      <p:sp>
        <p:nvSpPr>
          <p:cNvPr id="2" name="Title Placeholder 1">
            <a:extLst>
              <a:ext uri="{FF2B5EF4-FFF2-40B4-BE49-F238E27FC236}">
                <a16:creationId xmlns:a16="http://schemas.microsoft.com/office/drawing/2014/main" id="{E9CF8FE2-E272-454D-8A09-BE382F87DDE4}"/>
              </a:ext>
            </a:extLst>
          </p:cNvPr>
          <p:cNvSpPr>
            <a:spLocks noGrp="1"/>
          </p:cNvSpPr>
          <p:nvPr>
            <p:ph type="title"/>
          </p:nvPr>
        </p:nvSpPr>
        <p:spPr>
          <a:xfrm>
            <a:off x="293255" y="78800"/>
            <a:ext cx="11612880" cy="1325563"/>
          </a:xfrm>
          <a:prstGeom prst="rect">
            <a:avLst/>
          </a:prstGeom>
        </p:spPr>
        <p:txBody>
          <a:bodyPr vert="horz" lIns="0" tIns="45720" rIns="91440" bIns="45720" rtlCol="0" anchor="ctr">
            <a:noAutofit/>
          </a:bodyPr>
          <a:lstStyle/>
          <a:p>
            <a:r>
              <a:rPr lang="en-US"/>
              <a:t>Click to edit title</a:t>
            </a:r>
          </a:p>
        </p:txBody>
      </p:sp>
      <p:sp>
        <p:nvSpPr>
          <p:cNvPr id="3" name="Text Placeholder 2">
            <a:extLst>
              <a:ext uri="{FF2B5EF4-FFF2-40B4-BE49-F238E27FC236}">
                <a16:creationId xmlns:a16="http://schemas.microsoft.com/office/drawing/2014/main" id="{AA1CCF0D-680B-7041-BD4E-5771B56290F8}"/>
              </a:ext>
            </a:extLst>
          </p:cNvPr>
          <p:cNvSpPr>
            <a:spLocks noGrp="1"/>
          </p:cNvSpPr>
          <p:nvPr>
            <p:ph type="body" idx="1"/>
          </p:nvPr>
        </p:nvSpPr>
        <p:spPr>
          <a:xfrm>
            <a:off x="293255" y="1520825"/>
            <a:ext cx="11612880" cy="4351338"/>
          </a:xfrm>
          <a:prstGeom prst="rect">
            <a:avLst/>
          </a:prstGeom>
        </p:spPr>
        <p:txBody>
          <a:bodyPr vert="horz" lIns="0" tIns="45720" rIns="91440" bIns="45720" rtlCol="0">
            <a:noAutofit/>
          </a:bodyPr>
          <a:lstStyle/>
          <a:p>
            <a:pPr lvl="0"/>
            <a:r>
              <a:rPr lang="en-US"/>
              <a:t>Edit Master text</a:t>
            </a:r>
          </a:p>
          <a:p>
            <a:pPr lvl="1"/>
            <a:r>
              <a:rPr lang="en-US"/>
              <a:t>Second level</a:t>
            </a:r>
          </a:p>
          <a:p>
            <a:pPr lvl="2"/>
            <a:r>
              <a:rPr lang="en-US"/>
              <a:t>Third level</a:t>
            </a:r>
          </a:p>
          <a:p>
            <a:pPr lvl="3"/>
            <a:endParaRPr lang="en-US"/>
          </a:p>
          <a:p>
            <a:pPr lvl="3"/>
            <a:endParaRPr lang="en-US"/>
          </a:p>
        </p:txBody>
      </p:sp>
    </p:spTree>
    <p:extLst>
      <p:ext uri="{BB962C8B-B14F-4D97-AF65-F5344CB8AC3E}">
        <p14:creationId xmlns:p14="http://schemas.microsoft.com/office/powerpoint/2010/main" val="323939010"/>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949" r:id="rId6"/>
  </p:sldLayoutIdLst>
  <p:hf hdr="0" dt="0"/>
  <p:txStyles>
    <p:titleStyle>
      <a:lvl1pPr algn="l" defTabSz="914388" rtl="0" eaLnBrk="1" latinLnBrk="0" hangingPunct="1">
        <a:lnSpc>
          <a:spcPct val="85000"/>
        </a:lnSpc>
        <a:spcBef>
          <a:spcPct val="0"/>
        </a:spcBef>
        <a:buNone/>
        <a:defRPr sz="4400" kern="1200">
          <a:solidFill>
            <a:schemeClr val="tx1"/>
          </a:solidFill>
          <a:latin typeface="+mj-lt"/>
          <a:ea typeface="+mj-ea"/>
          <a:cs typeface="+mj-cs"/>
        </a:defRPr>
      </a:lvl1pPr>
    </p:titleStyle>
    <p:bodyStyle>
      <a:lvl1pPr marL="0" indent="0" algn="l" defTabSz="914388" rtl="0" eaLnBrk="1" latinLnBrk="0" hangingPunct="1">
        <a:lnSpc>
          <a:spcPct val="90000"/>
        </a:lnSpc>
        <a:spcBef>
          <a:spcPts val="1001"/>
        </a:spcBef>
        <a:buFont typeface="Arial" panose="020B0604020202020204" pitchFamily="34" charset="0"/>
        <a:buNone/>
        <a:tabLst>
          <a:tab pos="225424" algn="l"/>
        </a:tabLst>
        <a:defRPr sz="1801" kern="1200">
          <a:solidFill>
            <a:schemeClr val="tx1"/>
          </a:solidFill>
          <a:latin typeface="+mn-lt"/>
          <a:ea typeface="+mn-ea"/>
          <a:cs typeface="+mn-cs"/>
        </a:defRPr>
      </a:lvl1pPr>
      <a:lvl2pPr marL="169861" indent="-169861" algn="l" defTabSz="914388" rtl="0" eaLnBrk="1" latinLnBrk="0" hangingPunct="1">
        <a:lnSpc>
          <a:spcPct val="90000"/>
        </a:lnSpc>
        <a:spcBef>
          <a:spcPts val="500"/>
        </a:spcBef>
        <a:buFont typeface="Arial" panose="020B0604020202020204" pitchFamily="34" charset="0"/>
        <a:buChar char="•"/>
        <a:tabLst/>
        <a:defRPr sz="1801" kern="1200">
          <a:solidFill>
            <a:schemeClr val="tx1"/>
          </a:solidFill>
          <a:latin typeface="+mn-lt"/>
          <a:ea typeface="+mn-ea"/>
          <a:cs typeface="+mn-cs"/>
        </a:defRPr>
      </a:lvl2pPr>
      <a:lvl3pPr marL="339721" indent="-169861" algn="l" defTabSz="914388" rtl="0" eaLnBrk="1" latinLnBrk="0" hangingPunct="1">
        <a:lnSpc>
          <a:spcPct val="90000"/>
        </a:lnSpc>
        <a:spcBef>
          <a:spcPts val="500"/>
        </a:spcBef>
        <a:buFont typeface="HP Simplified Light" panose="020B0404020204020204" pitchFamily="34" charset="0"/>
        <a:buChar char="–"/>
        <a:tabLst/>
        <a:defRPr sz="1401" kern="1200">
          <a:solidFill>
            <a:schemeClr val="tx1"/>
          </a:solidFill>
          <a:latin typeface="+mn-lt"/>
          <a:ea typeface="+mn-ea"/>
          <a:cs typeface="+mn-cs"/>
        </a:defRPr>
      </a:lvl3pPr>
      <a:lvl4pPr marL="1371583" indent="0" algn="l" defTabSz="914388" rtl="0" eaLnBrk="1" latinLnBrk="0" hangingPunct="1">
        <a:lnSpc>
          <a:spcPct val="90000"/>
        </a:lnSpc>
        <a:spcBef>
          <a:spcPts val="500"/>
        </a:spcBef>
        <a:buFont typeface="Arial" panose="020B0604020202020204" pitchFamily="34" charset="0"/>
        <a:buNone/>
        <a:tabLst/>
        <a:defRPr sz="1001" kern="1200">
          <a:solidFill>
            <a:schemeClr val="tx1"/>
          </a:solidFill>
          <a:latin typeface="+mn-lt"/>
          <a:ea typeface="+mn-ea"/>
          <a:cs typeface="+mn-cs"/>
        </a:defRPr>
      </a:lvl4pPr>
      <a:lvl5pPr marL="1949426" indent="-120649" algn="l" defTabSz="914388" rtl="0" eaLnBrk="1" latinLnBrk="0" hangingPunct="1">
        <a:lnSpc>
          <a:spcPct val="90000"/>
        </a:lnSpc>
        <a:spcBef>
          <a:spcPts val="500"/>
        </a:spcBef>
        <a:buFont typeface="Arial" panose="020B0604020202020204" pitchFamily="34" charset="0"/>
        <a:buChar char="•"/>
        <a:tabLst/>
        <a:defRPr sz="1801" kern="1200">
          <a:solidFill>
            <a:schemeClr val="tx1"/>
          </a:solidFill>
          <a:latin typeface="Forma DJR Micro" pitchFamily="2" charset="77"/>
          <a:ea typeface="+mn-ea"/>
          <a:cs typeface="+mn-cs"/>
        </a:defRPr>
      </a:lvl5pPr>
      <a:lvl6pPr marL="2514569"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764"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958"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152"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388" rtl="0" eaLnBrk="1" latinLnBrk="0" hangingPunct="1">
        <a:defRPr sz="1801" kern="1200">
          <a:solidFill>
            <a:schemeClr val="tx1"/>
          </a:solidFill>
          <a:latin typeface="+mn-lt"/>
          <a:ea typeface="+mn-ea"/>
          <a:cs typeface="+mn-cs"/>
        </a:defRPr>
      </a:lvl1pPr>
      <a:lvl2pPr marL="457195" algn="l" defTabSz="914388" rtl="0" eaLnBrk="1" latinLnBrk="0" hangingPunct="1">
        <a:defRPr sz="1801" kern="1200">
          <a:solidFill>
            <a:schemeClr val="tx1"/>
          </a:solidFill>
          <a:latin typeface="+mn-lt"/>
          <a:ea typeface="+mn-ea"/>
          <a:cs typeface="+mn-cs"/>
        </a:defRPr>
      </a:lvl2pPr>
      <a:lvl3pPr marL="914388" algn="l" defTabSz="914388" rtl="0" eaLnBrk="1" latinLnBrk="0" hangingPunct="1">
        <a:defRPr sz="1801" kern="1200">
          <a:solidFill>
            <a:schemeClr val="tx1"/>
          </a:solidFill>
          <a:latin typeface="+mn-lt"/>
          <a:ea typeface="+mn-ea"/>
          <a:cs typeface="+mn-cs"/>
        </a:defRPr>
      </a:lvl3pPr>
      <a:lvl4pPr marL="1371583" algn="l" defTabSz="914388" rtl="0" eaLnBrk="1" latinLnBrk="0" hangingPunct="1">
        <a:defRPr sz="1801" kern="1200">
          <a:solidFill>
            <a:schemeClr val="tx1"/>
          </a:solidFill>
          <a:latin typeface="+mn-lt"/>
          <a:ea typeface="+mn-ea"/>
          <a:cs typeface="+mn-cs"/>
        </a:defRPr>
      </a:lvl4pPr>
      <a:lvl5pPr marL="1828777" algn="l" defTabSz="914388" rtl="0" eaLnBrk="1" latinLnBrk="0" hangingPunct="1">
        <a:defRPr sz="1801" kern="1200">
          <a:solidFill>
            <a:schemeClr val="tx1"/>
          </a:solidFill>
          <a:latin typeface="+mn-lt"/>
          <a:ea typeface="+mn-ea"/>
          <a:cs typeface="+mn-cs"/>
        </a:defRPr>
      </a:lvl5pPr>
      <a:lvl6pPr marL="2285972" algn="l" defTabSz="914388" rtl="0" eaLnBrk="1" latinLnBrk="0" hangingPunct="1">
        <a:defRPr sz="1801" kern="1200">
          <a:solidFill>
            <a:schemeClr val="tx1"/>
          </a:solidFill>
          <a:latin typeface="+mn-lt"/>
          <a:ea typeface="+mn-ea"/>
          <a:cs typeface="+mn-cs"/>
        </a:defRPr>
      </a:lvl6pPr>
      <a:lvl7pPr marL="2743166" algn="l" defTabSz="914388" rtl="0" eaLnBrk="1" latinLnBrk="0" hangingPunct="1">
        <a:defRPr sz="1801" kern="1200">
          <a:solidFill>
            <a:schemeClr val="tx1"/>
          </a:solidFill>
          <a:latin typeface="+mn-lt"/>
          <a:ea typeface="+mn-ea"/>
          <a:cs typeface="+mn-cs"/>
        </a:defRPr>
      </a:lvl7pPr>
      <a:lvl8pPr marL="3200360" algn="l" defTabSz="914388" rtl="0" eaLnBrk="1" latinLnBrk="0" hangingPunct="1">
        <a:defRPr sz="1801" kern="1200">
          <a:solidFill>
            <a:schemeClr val="tx1"/>
          </a:solidFill>
          <a:latin typeface="+mn-lt"/>
          <a:ea typeface="+mn-ea"/>
          <a:cs typeface="+mn-cs"/>
        </a:defRPr>
      </a:lvl8pPr>
      <a:lvl9pPr marL="3657555" algn="l" defTabSz="914388"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2544">
          <p15:clr>
            <a:srgbClr val="F26B43"/>
          </p15:clr>
        </p15:guide>
        <p15:guide id="3" pos="1248">
          <p15:clr>
            <a:srgbClr val="F26B43"/>
          </p15:clr>
        </p15:guide>
        <p15:guide id="4" pos="240">
          <p15:clr>
            <a:srgbClr val="F26B43"/>
          </p15:clr>
        </p15:guide>
        <p15:guide id="5" pos="5136">
          <p15:clr>
            <a:srgbClr val="F26B43"/>
          </p15:clr>
        </p15:guide>
        <p15:guide id="6" pos="6432">
          <p15:clr>
            <a:srgbClr val="F26B43"/>
          </p15:clr>
        </p15:guide>
        <p15:guide id="7" pos="7440">
          <p15:clr>
            <a:srgbClr val="F26B43"/>
          </p15:clr>
        </p15:guide>
        <p15:guide id="8" orient="horz" pos="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CF8FE2-E272-454D-8A09-BE382F87DDE4}"/>
              </a:ext>
            </a:extLst>
          </p:cNvPr>
          <p:cNvSpPr>
            <a:spLocks noGrp="1"/>
          </p:cNvSpPr>
          <p:nvPr>
            <p:ph type="title"/>
          </p:nvPr>
        </p:nvSpPr>
        <p:spPr>
          <a:xfrm>
            <a:off x="293254" y="78800"/>
            <a:ext cx="11612880" cy="1325563"/>
          </a:xfrm>
          <a:prstGeom prst="rect">
            <a:avLst/>
          </a:prstGeom>
        </p:spPr>
        <p:txBody>
          <a:bodyPr vert="horz" lIns="0" tIns="45720" rIns="91440" bIns="45720" rtlCol="0" anchor="ctr">
            <a:noAutofit/>
          </a:bodyPr>
          <a:lstStyle/>
          <a:p>
            <a:r>
              <a:rPr lang="en-US"/>
              <a:t>Click to edit title</a:t>
            </a:r>
          </a:p>
        </p:txBody>
      </p:sp>
      <p:sp>
        <p:nvSpPr>
          <p:cNvPr id="3" name="Text Placeholder 2">
            <a:extLst>
              <a:ext uri="{FF2B5EF4-FFF2-40B4-BE49-F238E27FC236}">
                <a16:creationId xmlns:a16="http://schemas.microsoft.com/office/drawing/2014/main" id="{AA1CCF0D-680B-7041-BD4E-5771B56290F8}"/>
              </a:ext>
            </a:extLst>
          </p:cNvPr>
          <p:cNvSpPr>
            <a:spLocks noGrp="1"/>
          </p:cNvSpPr>
          <p:nvPr>
            <p:ph type="body" idx="1"/>
          </p:nvPr>
        </p:nvSpPr>
        <p:spPr>
          <a:xfrm>
            <a:off x="293254" y="1520825"/>
            <a:ext cx="11612880" cy="4351338"/>
          </a:xfrm>
          <a:prstGeom prst="rect">
            <a:avLst/>
          </a:prstGeom>
        </p:spPr>
        <p:txBody>
          <a:bodyPr vert="horz" lIns="0" tIns="45720" rIns="91440" bIns="45720" rtlCol="0">
            <a:noAutofit/>
          </a:bodyPr>
          <a:lstStyle/>
          <a:p>
            <a:pPr lvl="0"/>
            <a:r>
              <a:rPr lang="en-US"/>
              <a:t>Edit Master text</a:t>
            </a:r>
          </a:p>
          <a:p>
            <a:pPr lvl="1"/>
            <a:r>
              <a:rPr lang="en-US"/>
              <a:t>Second level</a:t>
            </a:r>
          </a:p>
          <a:p>
            <a:pPr lvl="2"/>
            <a:r>
              <a:rPr lang="en-US"/>
              <a:t>Third level</a:t>
            </a:r>
          </a:p>
          <a:p>
            <a:pPr lvl="3"/>
            <a:endParaRPr lang="en-US"/>
          </a:p>
          <a:p>
            <a:pPr lvl="3"/>
            <a:endParaRPr lang="en-US"/>
          </a:p>
        </p:txBody>
      </p:sp>
    </p:spTree>
    <p:extLst>
      <p:ext uri="{BB962C8B-B14F-4D97-AF65-F5344CB8AC3E}">
        <p14:creationId xmlns:p14="http://schemas.microsoft.com/office/powerpoint/2010/main" val="1746498882"/>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 id="2147483787" r:id="rId28"/>
    <p:sldLayoutId id="2147483788" r:id="rId29"/>
    <p:sldLayoutId id="2147483789" r:id="rId30"/>
    <p:sldLayoutId id="2147483790" r:id="rId31"/>
    <p:sldLayoutId id="2147483791" r:id="rId32"/>
    <p:sldLayoutId id="2147483792" r:id="rId33"/>
    <p:sldLayoutId id="2147483793" r:id="rId34"/>
    <p:sldLayoutId id="2147483794" r:id="rId35"/>
    <p:sldLayoutId id="2147483795" r:id="rId36"/>
    <p:sldLayoutId id="2147483796" r:id="rId37"/>
    <p:sldLayoutId id="2147483797" r:id="rId38"/>
    <p:sldLayoutId id="2147483798" r:id="rId39"/>
    <p:sldLayoutId id="2147483799" r:id="rId40"/>
    <p:sldLayoutId id="2147483800" r:id="rId4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1" hangingPunct="1">
        <a:lnSpc>
          <a:spcPct val="85000"/>
        </a:lnSpc>
        <a:spcBef>
          <a:spcPct val="0"/>
        </a:spcBef>
        <a:buNone/>
        <a:defRPr sz="4399" kern="1200">
          <a:solidFill>
            <a:schemeClr val="tx1"/>
          </a:solidFill>
          <a:latin typeface="+mj-lt"/>
          <a:ea typeface="+mj-ea"/>
          <a:cs typeface="+mj-cs"/>
        </a:defRPr>
      </a:lvl1pPr>
    </p:titleStyle>
    <p:bodyStyle>
      <a:lvl1pPr marL="225357" indent="-225357" algn="l" defTabSz="914126" rtl="0" eaLnBrk="1" latinLnBrk="1" hangingPunct="1">
        <a:lnSpc>
          <a:spcPct val="90000"/>
        </a:lnSpc>
        <a:spcBef>
          <a:spcPts val="1000"/>
        </a:spcBef>
        <a:buFont typeface="Arial" panose="020B0604020202020204" pitchFamily="34" charset="0"/>
        <a:buChar char="•"/>
        <a:tabLst>
          <a:tab pos="225357" algn="l"/>
        </a:tabLst>
        <a:defRPr sz="2799" kern="1200">
          <a:solidFill>
            <a:schemeClr val="tx1"/>
          </a:solidFill>
          <a:latin typeface="+mn-lt"/>
          <a:ea typeface="+mn-ea"/>
          <a:cs typeface="+mn-cs"/>
        </a:defRPr>
      </a:lvl1pPr>
      <a:lvl2pPr marL="579264" indent="-122201" algn="l" defTabSz="914126" rtl="0" eaLnBrk="1" latinLnBrk="1" hangingPunct="1">
        <a:lnSpc>
          <a:spcPct val="90000"/>
        </a:lnSpc>
        <a:spcBef>
          <a:spcPts val="500"/>
        </a:spcBef>
        <a:buFont typeface="Arial" panose="020B0604020202020204" pitchFamily="34" charset="0"/>
        <a:buChar char="•"/>
        <a:tabLst/>
        <a:defRPr sz="1799" kern="1200">
          <a:solidFill>
            <a:schemeClr val="tx1"/>
          </a:solidFill>
          <a:latin typeface="+mn-lt"/>
          <a:ea typeface="+mn-ea"/>
          <a:cs typeface="+mn-cs"/>
        </a:defRPr>
      </a:lvl2pPr>
      <a:lvl3pPr marL="1029979" indent="-115853" algn="l" defTabSz="914126" rtl="0" eaLnBrk="1" latinLnBrk="1" hangingPunct="1">
        <a:lnSpc>
          <a:spcPct val="90000"/>
        </a:lnSpc>
        <a:spcBef>
          <a:spcPts val="500"/>
        </a:spcBef>
        <a:buFont typeface="Arial" panose="020B0604020202020204" pitchFamily="34" charset="0"/>
        <a:buChar char="•"/>
        <a:tabLst/>
        <a:defRPr sz="1400" kern="1200">
          <a:solidFill>
            <a:schemeClr val="tx1"/>
          </a:solidFill>
          <a:latin typeface="+mn-lt"/>
          <a:ea typeface="+mn-ea"/>
          <a:cs typeface="+mn-cs"/>
        </a:defRPr>
      </a:lvl3pPr>
      <a:lvl4pPr marL="1371189" indent="0" algn="l" defTabSz="914126" rtl="0" eaLnBrk="1" latinLnBrk="1" hangingPunct="1">
        <a:lnSpc>
          <a:spcPct val="90000"/>
        </a:lnSpc>
        <a:spcBef>
          <a:spcPts val="500"/>
        </a:spcBef>
        <a:buFont typeface="Arial" panose="020B0604020202020204" pitchFamily="34" charset="0"/>
        <a:buNone/>
        <a:tabLst/>
        <a:defRPr sz="1000" kern="1200">
          <a:solidFill>
            <a:schemeClr val="tx1"/>
          </a:solidFill>
          <a:latin typeface="+mn-lt"/>
          <a:ea typeface="+mn-ea"/>
          <a:cs typeface="+mn-cs"/>
        </a:defRPr>
      </a:lvl4pPr>
      <a:lvl5pPr marL="1948865" indent="-120614" algn="l" defTabSz="914126" rtl="0" eaLnBrk="1" latinLnBrk="1" hangingPunct="1">
        <a:lnSpc>
          <a:spcPct val="90000"/>
        </a:lnSpc>
        <a:spcBef>
          <a:spcPts val="500"/>
        </a:spcBef>
        <a:buFont typeface="Arial" panose="020B0604020202020204" pitchFamily="34" charset="0"/>
        <a:buChar char="•"/>
        <a:tabLst/>
        <a:defRPr sz="1799" kern="1200">
          <a:solidFill>
            <a:schemeClr val="tx1"/>
          </a:solidFill>
          <a:latin typeface="Forma DJR Micro" pitchFamily="2" charset="77"/>
          <a:ea typeface="+mn-ea"/>
          <a:cs typeface="+mn-cs"/>
        </a:defRPr>
      </a:lvl5pPr>
      <a:lvl6pPr marL="2513846"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1" hangingPunct="1">
        <a:defRPr sz="1799" kern="1200">
          <a:solidFill>
            <a:schemeClr val="tx1"/>
          </a:solidFill>
          <a:latin typeface="+mn-lt"/>
          <a:ea typeface="+mn-ea"/>
          <a:cs typeface="+mn-cs"/>
        </a:defRPr>
      </a:lvl1pPr>
      <a:lvl2pPr marL="457063" algn="l" defTabSz="914126" rtl="0" eaLnBrk="1" latinLnBrk="1" hangingPunct="1">
        <a:defRPr sz="1799" kern="1200">
          <a:solidFill>
            <a:schemeClr val="tx1"/>
          </a:solidFill>
          <a:latin typeface="+mn-lt"/>
          <a:ea typeface="+mn-ea"/>
          <a:cs typeface="+mn-cs"/>
        </a:defRPr>
      </a:lvl2pPr>
      <a:lvl3pPr marL="914126" algn="l" defTabSz="914126" rtl="0" eaLnBrk="1" latinLnBrk="1" hangingPunct="1">
        <a:defRPr sz="1799" kern="1200">
          <a:solidFill>
            <a:schemeClr val="tx1"/>
          </a:solidFill>
          <a:latin typeface="+mn-lt"/>
          <a:ea typeface="+mn-ea"/>
          <a:cs typeface="+mn-cs"/>
        </a:defRPr>
      </a:lvl3pPr>
      <a:lvl4pPr marL="1371189" algn="l" defTabSz="914126" rtl="0" eaLnBrk="1" latinLnBrk="1" hangingPunct="1">
        <a:defRPr sz="1799" kern="1200">
          <a:solidFill>
            <a:schemeClr val="tx1"/>
          </a:solidFill>
          <a:latin typeface="+mn-lt"/>
          <a:ea typeface="+mn-ea"/>
          <a:cs typeface="+mn-cs"/>
        </a:defRPr>
      </a:lvl4pPr>
      <a:lvl5pPr marL="1828251" algn="l" defTabSz="914126" rtl="0" eaLnBrk="1" latinLnBrk="1" hangingPunct="1">
        <a:defRPr sz="1799" kern="1200">
          <a:solidFill>
            <a:schemeClr val="tx1"/>
          </a:solidFill>
          <a:latin typeface="+mn-lt"/>
          <a:ea typeface="+mn-ea"/>
          <a:cs typeface="+mn-cs"/>
        </a:defRPr>
      </a:lvl5pPr>
      <a:lvl6pPr marL="2285314" algn="l" defTabSz="914126" rtl="0" eaLnBrk="1" latinLnBrk="1" hangingPunct="1">
        <a:defRPr sz="1799" kern="1200">
          <a:solidFill>
            <a:schemeClr val="tx1"/>
          </a:solidFill>
          <a:latin typeface="+mn-lt"/>
          <a:ea typeface="+mn-ea"/>
          <a:cs typeface="+mn-cs"/>
        </a:defRPr>
      </a:lvl6pPr>
      <a:lvl7pPr marL="2742377" algn="l" defTabSz="914126" rtl="0" eaLnBrk="1" latinLnBrk="1" hangingPunct="1">
        <a:defRPr sz="1799" kern="1200">
          <a:solidFill>
            <a:schemeClr val="tx1"/>
          </a:solidFill>
          <a:latin typeface="+mn-lt"/>
          <a:ea typeface="+mn-ea"/>
          <a:cs typeface="+mn-cs"/>
        </a:defRPr>
      </a:lvl7pPr>
      <a:lvl8pPr marL="3199440" algn="l" defTabSz="914126" rtl="0" eaLnBrk="1" latinLnBrk="1" hangingPunct="1">
        <a:defRPr sz="1799" kern="1200">
          <a:solidFill>
            <a:schemeClr val="tx1"/>
          </a:solidFill>
          <a:latin typeface="+mn-lt"/>
          <a:ea typeface="+mn-ea"/>
          <a:cs typeface="+mn-cs"/>
        </a:defRPr>
      </a:lvl8pPr>
      <a:lvl9pPr marL="3656503" algn="l" defTabSz="914126" rtl="0" eaLnBrk="1" latinLnBrk="1"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2544">
          <p15:clr>
            <a:srgbClr val="F26B43"/>
          </p15:clr>
        </p15:guide>
        <p15:guide id="3" pos="1248">
          <p15:clr>
            <a:srgbClr val="F26B43"/>
          </p15:clr>
        </p15:guide>
        <p15:guide id="4" pos="240">
          <p15:clr>
            <a:srgbClr val="F26B43"/>
          </p15:clr>
        </p15:guide>
        <p15:guide id="5" pos="5136">
          <p15:clr>
            <a:srgbClr val="F26B43"/>
          </p15:clr>
        </p15:guide>
        <p15:guide id="6" pos="6432">
          <p15:clr>
            <a:srgbClr val="F26B43"/>
          </p15:clr>
        </p15:guide>
        <p15:guide id="7" pos="7440">
          <p15:clr>
            <a:srgbClr val="F26B43"/>
          </p15:clr>
        </p15:guide>
        <p15:guide id="8" orient="horz" pos="24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3.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5" y="362666"/>
            <a:ext cx="6800850" cy="920750"/>
          </a:xfrm>
        </p:spPr>
        <p:txBody>
          <a:bodyPr/>
          <a:lstStyle/>
          <a:p>
            <a:r>
              <a:rPr lang="en-US" dirty="0"/>
              <a:t>HP Extensibility</a:t>
            </a:r>
            <a:endParaRPr lang="en-US" sz="3600" dirty="0">
              <a:solidFill>
                <a:schemeClr val="bg1">
                  <a:lumMod val="50000"/>
                </a:schemeClr>
              </a:solidFill>
            </a:endParaRPr>
          </a:p>
        </p:txBody>
      </p:sp>
      <p:sp>
        <p:nvSpPr>
          <p:cNvPr id="3" name="Rectangle: Rounded Corners 76">
            <a:extLst>
              <a:ext uri="{FF2B5EF4-FFF2-40B4-BE49-F238E27FC236}">
                <a16:creationId xmlns:a16="http://schemas.microsoft.com/office/drawing/2014/main" id="{5E95075C-8DAF-3C39-88DB-DADB0F2318D6}"/>
              </a:ext>
            </a:extLst>
          </p:cNvPr>
          <p:cNvSpPr/>
          <p:nvPr/>
        </p:nvSpPr>
        <p:spPr bwMode="ltGray">
          <a:xfrm>
            <a:off x="7713906" y="1445341"/>
            <a:ext cx="2202426" cy="2792361"/>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orma DJR Micro"/>
              <a:ea typeface="+mn-ea"/>
              <a:cs typeface="+mn-cs"/>
            </a:endParaRPr>
          </a:p>
        </p:txBody>
      </p:sp>
      <p:sp>
        <p:nvSpPr>
          <p:cNvPr id="5" name="Text Placeholder 12">
            <a:extLst>
              <a:ext uri="{FF2B5EF4-FFF2-40B4-BE49-F238E27FC236}">
                <a16:creationId xmlns:a16="http://schemas.microsoft.com/office/drawing/2014/main" id="{EC62700B-C836-5F24-BC8C-F795F4743B77}"/>
              </a:ext>
            </a:extLst>
          </p:cNvPr>
          <p:cNvSpPr txBox="1">
            <a:spLocks/>
          </p:cNvSpPr>
          <p:nvPr/>
        </p:nvSpPr>
        <p:spPr>
          <a:xfrm>
            <a:off x="232376" y="2873361"/>
            <a:ext cx="5014237" cy="307340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Extensibility allows </a:t>
            </a:r>
            <a:r>
              <a:rPr kumimoji="0" lang="en-US" sz="1200" b="1" i="0" u="none" strike="noStrike" kern="1200" cap="none" spc="0" normalizeH="0" baseline="0" noProof="0" dirty="0">
                <a:ln>
                  <a:noFill/>
                </a:ln>
                <a:solidFill>
                  <a:srgbClr val="000000"/>
                </a:solidFill>
                <a:effectLst/>
                <a:uLnTx/>
                <a:uFillTx/>
                <a:latin typeface="Forma DJR Micro"/>
                <a:ea typeface="+mn-ea"/>
                <a:cs typeface="+mn-cs"/>
              </a:rPr>
              <a:t>ISVs and Managed Print providers to extend and customize</a:t>
            </a:r>
            <a:r>
              <a:rPr kumimoji="0" lang="en-US" sz="1200" b="0" i="0" u="none" strike="noStrike" kern="1200" cap="none" spc="0" normalizeH="0" baseline="0" noProof="0" dirty="0">
                <a:ln>
                  <a:noFill/>
                </a:ln>
                <a:solidFill>
                  <a:srgbClr val="000000"/>
                </a:solidFill>
                <a:effectLst/>
                <a:uLnTx/>
                <a:uFillTx/>
                <a:latin typeface="Forma DJR Micro"/>
                <a:ea typeface="+mn-ea"/>
                <a:cs typeface="+mn-cs"/>
              </a:rPr>
              <a:t> the core capabilities of enterprise printers for our mutual end customers/users.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The customizations generally are </a:t>
            </a:r>
            <a:r>
              <a:rPr kumimoji="0" lang="en-US" sz="1200" b="1" i="0" u="none" strike="noStrike" kern="1200" cap="none" spc="0" normalizeH="0" baseline="0" noProof="0" dirty="0">
                <a:ln>
                  <a:noFill/>
                </a:ln>
                <a:solidFill>
                  <a:srgbClr val="000000"/>
                </a:solidFill>
                <a:effectLst/>
                <a:uLnTx/>
                <a:uFillTx/>
                <a:latin typeface="Forma DJR Micro"/>
                <a:ea typeface="+mn-ea"/>
                <a:cs typeface="+mn-cs"/>
              </a:rPr>
              <a:t>workflow related and oftentimes include scan</a:t>
            </a:r>
            <a:r>
              <a:rPr kumimoji="0" lang="en-US" sz="1200" b="0" i="0" u="none" strike="noStrike" kern="1200" cap="none" spc="0" normalizeH="0" baseline="0" noProof="0" dirty="0">
                <a:ln>
                  <a:noFill/>
                </a:ln>
                <a:solidFill>
                  <a:srgbClr val="000000"/>
                </a:solidFill>
                <a:effectLst/>
                <a:uLnTx/>
                <a:uFillTx/>
                <a:latin typeface="Forma DJR Micro"/>
                <a:ea typeface="+mn-ea"/>
                <a:cs typeface="+mn-cs"/>
              </a:rPr>
              <a:t>.</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HP has historically provided extensibility through </a:t>
            </a:r>
            <a:r>
              <a:rPr kumimoji="0" lang="en-US" sz="1200" b="0" i="0" u="none" strike="noStrike" kern="1200" cap="none" spc="0" normalizeH="0" baseline="0" noProof="0" dirty="0" err="1">
                <a:ln>
                  <a:noFill/>
                </a:ln>
                <a:solidFill>
                  <a:srgbClr val="000000"/>
                </a:solidFill>
                <a:effectLst/>
                <a:uLnTx/>
                <a:uFillTx/>
                <a:latin typeface="Forma DJR Micro"/>
                <a:ea typeface="+mn-ea"/>
                <a:cs typeface="+mn-cs"/>
              </a:rPr>
              <a:t>OXPd</a:t>
            </a:r>
            <a:r>
              <a:rPr kumimoji="0" lang="en-US" sz="1200" b="0" i="0" u="none" strike="noStrike" kern="1200" cap="none" spc="0" normalizeH="0" baseline="0" noProof="0" dirty="0">
                <a:ln>
                  <a:noFill/>
                </a:ln>
                <a:solidFill>
                  <a:srgbClr val="000000"/>
                </a:solidFill>
                <a:effectLst/>
                <a:uLnTx/>
                <a:uFillTx/>
                <a:latin typeface="Forma DJR Micro"/>
                <a:ea typeface="+mn-ea"/>
                <a:cs typeface="+mn-cs"/>
              </a:rPr>
              <a:t> SDKs – </a:t>
            </a:r>
            <a:r>
              <a:rPr kumimoji="0" lang="en-US" sz="1200" b="1" i="0" u="none" strike="noStrike" kern="1200" cap="none" spc="0" normalizeH="0" baseline="0" noProof="0" dirty="0" err="1">
                <a:ln>
                  <a:noFill/>
                </a:ln>
                <a:solidFill>
                  <a:srgbClr val="000000"/>
                </a:solidFill>
                <a:effectLst/>
                <a:uLnTx/>
                <a:uFillTx/>
                <a:latin typeface="Forma DJR Micro"/>
                <a:ea typeface="+mn-ea"/>
                <a:cs typeface="+mn-cs"/>
              </a:rPr>
              <a:t>OXPd</a:t>
            </a:r>
            <a:r>
              <a:rPr kumimoji="0" lang="en-US" sz="1200" b="1" i="0" u="none" strike="noStrike" kern="1200" cap="none" spc="0" normalizeH="0" baseline="0" noProof="0" dirty="0">
                <a:ln>
                  <a:noFill/>
                </a:ln>
                <a:solidFill>
                  <a:srgbClr val="000000"/>
                </a:solidFill>
                <a:effectLst/>
                <a:uLnTx/>
                <a:uFillTx/>
                <a:latin typeface="Forma DJR Micro"/>
                <a:ea typeface="+mn-ea"/>
                <a:cs typeface="+mn-cs"/>
              </a:rPr>
              <a:t> Web apps run on the printer hosted via on-prem</a:t>
            </a:r>
            <a:r>
              <a:rPr kumimoji="0" lang="en-US" sz="1200" b="0" i="0" u="none" strike="noStrike" kern="1200" cap="none" spc="0" normalizeH="0" baseline="0" noProof="0" dirty="0">
                <a:ln>
                  <a:noFill/>
                </a:ln>
                <a:solidFill>
                  <a:srgbClr val="000000"/>
                </a:solidFill>
                <a:effectLst/>
                <a:uLnTx/>
                <a:uFillTx/>
                <a:latin typeface="Forma DJR Micro"/>
                <a:ea typeface="+mn-ea"/>
                <a:cs typeface="+mn-cs"/>
              </a:rPr>
              <a:t> servers. </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In recent years, HP has provided </a:t>
            </a:r>
            <a:r>
              <a:rPr kumimoji="0" lang="en-US" sz="1200" b="1" i="0" u="none" strike="noStrike" kern="1200" cap="none" spc="0" normalizeH="0" baseline="0" noProof="0" dirty="0">
                <a:ln>
                  <a:noFill/>
                </a:ln>
                <a:solidFill>
                  <a:srgbClr val="000000"/>
                </a:solidFill>
                <a:effectLst/>
                <a:uLnTx/>
                <a:uFillTx/>
                <a:latin typeface="Forma DJR Micro"/>
                <a:ea typeface="+mn-ea"/>
                <a:cs typeface="+mn-cs"/>
              </a:rPr>
              <a:t>Workpath SDKs for cloud-connected customers. Workpath uses Native Android </a:t>
            </a:r>
            <a:r>
              <a:rPr kumimoji="0" lang="en-US" sz="1200" b="0" i="0" u="none" strike="noStrike" kern="1200" cap="none" spc="0" normalizeH="0" baseline="0" noProof="0" dirty="0">
                <a:ln>
                  <a:noFill/>
                </a:ln>
                <a:solidFill>
                  <a:srgbClr val="000000"/>
                </a:solidFill>
                <a:effectLst/>
                <a:uLnTx/>
                <a:uFillTx/>
                <a:latin typeface="Forma DJR Micro"/>
                <a:ea typeface="+mn-ea"/>
                <a:cs typeface="+mn-cs"/>
              </a:rPr>
              <a:t>– which provides modern developer experiences, cloud connections, and innovation. </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Typical value delivery chain:</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solidFill>
              <a:effectLst/>
              <a:uLnTx/>
              <a:uFillTx/>
              <a:latin typeface="Forma DJR Micro"/>
              <a:ea typeface="+mn-ea"/>
              <a:cs typeface="+mn-cs"/>
            </a:endParaRPr>
          </a:p>
        </p:txBody>
      </p:sp>
      <p:pic>
        <p:nvPicPr>
          <p:cNvPr id="6" name="Picture Placeholder 31" descr="A group of people sitting around a table&#10;&#10;Description automatically generated">
            <a:extLst>
              <a:ext uri="{FF2B5EF4-FFF2-40B4-BE49-F238E27FC236}">
                <a16:creationId xmlns:a16="http://schemas.microsoft.com/office/drawing/2014/main" id="{CCE9CAE1-E9A8-DD10-7F5B-566B40090544}"/>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232376" y="1666639"/>
            <a:ext cx="1716748" cy="1114695"/>
          </a:xfrm>
          <a:prstGeom prst="rect">
            <a:avLst/>
          </a:prstGeom>
        </p:spPr>
      </p:pic>
      <p:cxnSp>
        <p:nvCxnSpPr>
          <p:cNvPr id="7" name="Straight Connector 20">
            <a:extLst>
              <a:ext uri="{FF2B5EF4-FFF2-40B4-BE49-F238E27FC236}">
                <a16:creationId xmlns:a16="http://schemas.microsoft.com/office/drawing/2014/main" id="{1E18B2FF-5384-00CF-0B2B-83B1C62F241D}"/>
              </a:ext>
            </a:extLst>
          </p:cNvPr>
          <p:cNvCxnSpPr/>
          <p:nvPr/>
        </p:nvCxnSpPr>
        <p:spPr bwMode="black">
          <a:xfrm>
            <a:off x="6103567" y="4746757"/>
            <a:ext cx="563555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C419F2C-34E8-6E03-54F5-4AE802187E75}"/>
              </a:ext>
            </a:extLst>
          </p:cNvPr>
          <p:cNvSpPr txBox="1"/>
          <p:nvPr/>
        </p:nvSpPr>
        <p:spPr>
          <a:xfrm>
            <a:off x="9959361" y="4431166"/>
            <a:ext cx="995465" cy="256224"/>
          </a:xfrm>
          <a:prstGeom prst="rect">
            <a:avLst/>
          </a:prstGeom>
          <a:noFill/>
        </p:spPr>
        <p:txBody>
          <a:bodyPr wrap="none" lIns="0" tIns="0" rIns="0" bIns="0" rtlCol="0">
            <a:spAutoFit/>
          </a:bodyPr>
          <a:lstStyle/>
          <a:p>
            <a:pPr marL="0" marR="0" lvl="0" indent="0" algn="l" defTabSz="914400" rtl="0" eaLnBrk="1" fontAlgn="auto" latinLnBrk="0" hangingPunct="1">
              <a:lnSpc>
                <a:spcPct val="90000"/>
              </a:lnSpc>
              <a:spcBef>
                <a:spcPts val="1000"/>
              </a:spcBef>
              <a:spcAft>
                <a:spcPts val="0"/>
              </a:spcAft>
              <a:buClrTx/>
              <a:buSzTx/>
              <a:buFont typeface="Forma DJR Micro" panose="00000000000000090000" pitchFamily="2" charset="0"/>
              <a:buNone/>
              <a:tabLst>
                <a:tab pos="225425" algn="l"/>
              </a:tabLst>
              <a:defRPr/>
            </a:pPr>
            <a:r>
              <a:rPr kumimoji="0" lang="en-US" sz="1800" b="1" i="0" u="none" strike="noStrike" kern="1200" cap="none" spc="0" normalizeH="0" baseline="0" noProof="0">
                <a:ln>
                  <a:noFill/>
                </a:ln>
                <a:solidFill>
                  <a:srgbClr val="000000"/>
                </a:solidFill>
                <a:effectLst/>
                <a:uLnTx/>
                <a:uFillTx/>
                <a:latin typeface="Forma DJR Micro"/>
                <a:ea typeface="+mn-ea"/>
                <a:cs typeface="+mn-cs"/>
              </a:rPr>
              <a:t>Workpath</a:t>
            </a:r>
          </a:p>
        </p:txBody>
      </p:sp>
      <p:sp>
        <p:nvSpPr>
          <p:cNvPr id="9" name="TextBox 8">
            <a:extLst>
              <a:ext uri="{FF2B5EF4-FFF2-40B4-BE49-F238E27FC236}">
                <a16:creationId xmlns:a16="http://schemas.microsoft.com/office/drawing/2014/main" id="{CADE6B4C-3C9D-B3E1-028A-7E5A7BD9888F}"/>
              </a:ext>
            </a:extLst>
          </p:cNvPr>
          <p:cNvSpPr txBox="1"/>
          <p:nvPr/>
        </p:nvSpPr>
        <p:spPr>
          <a:xfrm>
            <a:off x="2106798" y="2116979"/>
            <a:ext cx="2306803" cy="348557"/>
          </a:xfrm>
          <a:prstGeom prst="rect">
            <a:avLst/>
          </a:prstGeom>
          <a:noFill/>
        </p:spPr>
        <p:txBody>
          <a:bodyPr wrap="square">
            <a:spAutoFit/>
          </a:bodyPr>
          <a:lstStyle/>
          <a:p>
            <a:pPr marL="0" marR="0" lvl="0" indent="0" algn="l" defTabSz="914400" rtl="0" eaLnBrk="1" fontAlgn="auto" latinLnBrk="0" hangingPunct="1">
              <a:lnSpc>
                <a:spcPct val="90000"/>
              </a:lnSpc>
              <a:spcBef>
                <a:spcPct val="46296"/>
              </a:spcBef>
              <a:spcAft>
                <a:spcPts val="0"/>
              </a:spcAft>
              <a:buClrTx/>
              <a:buSzTx/>
              <a:buFont typeface="Forma DJR Micro" panose="00000000000000090000" pitchFamily="2" charset="0"/>
              <a:buNone/>
              <a:tabLst>
                <a:tab pos="225425" algn="l"/>
              </a:tabLst>
              <a:defRPr/>
            </a:pPr>
            <a:r>
              <a:rPr kumimoji="0" lang="en-US" sz="1800" b="0" i="0" u="none" strike="noStrike" kern="1200" cap="none" spc="0" normalizeH="0" baseline="0" noProof="0">
                <a:ln>
                  <a:noFill/>
                </a:ln>
                <a:solidFill>
                  <a:srgbClr val="000000"/>
                </a:solidFill>
                <a:effectLst/>
                <a:uLnTx/>
                <a:uFillTx/>
                <a:latin typeface="Forma DJR Micro"/>
                <a:ea typeface="+mn-ea"/>
                <a:cs typeface="+mn-cs"/>
              </a:rPr>
              <a:t>Extensibility Basics</a:t>
            </a:r>
          </a:p>
        </p:txBody>
      </p:sp>
      <p:sp>
        <p:nvSpPr>
          <p:cNvPr id="10" name="TextBox 9">
            <a:extLst>
              <a:ext uri="{FF2B5EF4-FFF2-40B4-BE49-F238E27FC236}">
                <a16:creationId xmlns:a16="http://schemas.microsoft.com/office/drawing/2014/main" id="{9E8DC5DE-9739-14F7-D65D-47A0B918C798}"/>
              </a:ext>
            </a:extLst>
          </p:cNvPr>
          <p:cNvSpPr txBox="1"/>
          <p:nvPr/>
        </p:nvSpPr>
        <p:spPr>
          <a:xfrm>
            <a:off x="7132466" y="4427510"/>
            <a:ext cx="575479" cy="256224"/>
          </a:xfrm>
          <a:prstGeom prst="rect">
            <a:avLst/>
          </a:prstGeom>
          <a:noFill/>
        </p:spPr>
        <p:txBody>
          <a:bodyPr wrap="none" lIns="0" tIns="0" rIns="0" bIns="0" rtlCol="0">
            <a:spAutoFit/>
          </a:bodyPr>
          <a:lstStyle/>
          <a:p>
            <a:pPr marL="0" marR="0" lvl="0" indent="0" algn="l" defTabSz="914400" rtl="0" eaLnBrk="1" fontAlgn="auto" latinLnBrk="0" hangingPunct="1">
              <a:lnSpc>
                <a:spcPct val="90000"/>
              </a:lnSpc>
              <a:spcBef>
                <a:spcPts val="1000"/>
              </a:spcBef>
              <a:spcAft>
                <a:spcPts val="0"/>
              </a:spcAft>
              <a:buClrTx/>
              <a:buSzTx/>
              <a:buFont typeface="Forma DJR Micro" panose="00000000000000090000" pitchFamily="2" charset="0"/>
              <a:buNone/>
              <a:tabLst>
                <a:tab pos="225425" algn="l"/>
              </a:tabLst>
              <a:defRPr/>
            </a:pPr>
            <a:r>
              <a:rPr kumimoji="0" lang="en-US" sz="1800" b="1" i="0" u="none" strike="noStrike" kern="1200" cap="none" spc="0" normalizeH="0" baseline="0" noProof="0">
                <a:ln>
                  <a:noFill/>
                </a:ln>
                <a:solidFill>
                  <a:srgbClr val="000000"/>
                </a:solidFill>
                <a:effectLst/>
                <a:uLnTx/>
                <a:uFillTx/>
                <a:latin typeface="Forma DJR Micro"/>
                <a:ea typeface="+mn-ea"/>
                <a:cs typeface="+mn-cs"/>
              </a:rPr>
              <a:t>OXPd</a:t>
            </a:r>
          </a:p>
        </p:txBody>
      </p:sp>
      <p:sp>
        <p:nvSpPr>
          <p:cNvPr id="11" name="TextBox 10">
            <a:extLst>
              <a:ext uri="{FF2B5EF4-FFF2-40B4-BE49-F238E27FC236}">
                <a16:creationId xmlns:a16="http://schemas.microsoft.com/office/drawing/2014/main" id="{23567EE2-B67D-EFA1-F3D7-A26E1631B1FF}"/>
              </a:ext>
            </a:extLst>
          </p:cNvPr>
          <p:cNvSpPr txBox="1"/>
          <p:nvPr/>
        </p:nvSpPr>
        <p:spPr>
          <a:xfrm>
            <a:off x="6095817" y="4880579"/>
            <a:ext cx="2926746" cy="1507849"/>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Introduced in 2009-2010</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Wide fleet compatibility and ISV expertise </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Integrated with numerous leading ISVs</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On-Prem Web apps</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Being modernized to OXPd2 (security, etc.)</a:t>
            </a:r>
          </a:p>
        </p:txBody>
      </p:sp>
      <p:sp>
        <p:nvSpPr>
          <p:cNvPr id="12" name="TextBox 11">
            <a:extLst>
              <a:ext uri="{FF2B5EF4-FFF2-40B4-BE49-F238E27FC236}">
                <a16:creationId xmlns:a16="http://schemas.microsoft.com/office/drawing/2014/main" id="{9EC9FB10-2958-864C-F20A-722716FC9785}"/>
              </a:ext>
            </a:extLst>
          </p:cNvPr>
          <p:cNvSpPr txBox="1"/>
          <p:nvPr/>
        </p:nvSpPr>
        <p:spPr>
          <a:xfrm>
            <a:off x="9079044" y="4850770"/>
            <a:ext cx="2609557" cy="1507849"/>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Introduced in 2017-2018 w/web and mobile versions</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Limited fleet – native requirements Android, compute, memory &amp; UI</a:t>
            </a:r>
          </a:p>
          <a:p>
            <a:pPr marL="285750" lvl="0" indent="-285750">
              <a:lnSpc>
                <a:spcPct val="90000"/>
              </a:lnSpc>
              <a:spcBef>
                <a:spcPct val="46296"/>
              </a:spcBef>
              <a:buFont typeface="Arial" panose="020B0604020202020204" pitchFamily="34" charset="0"/>
              <a:buChar char="•"/>
              <a:tabLst>
                <a:tab pos="225425" algn="l"/>
              </a:tabLst>
              <a:defRPr/>
            </a:pPr>
            <a:r>
              <a:rPr lang="en-US" sz="1200" dirty="0"/>
              <a:t>A wide variety of published apps</a:t>
            </a:r>
          </a:p>
          <a:p>
            <a:pPr marL="285750" lvl="0" indent="-285750">
              <a:lnSpc>
                <a:spcPct val="90000"/>
              </a:lnSpc>
              <a:spcBef>
                <a:spcPct val="46296"/>
              </a:spcBef>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HP Cloud requirements</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Deployed through HPCC</a:t>
            </a:r>
          </a:p>
        </p:txBody>
      </p:sp>
      <p:pic>
        <p:nvPicPr>
          <p:cNvPr id="13" name="Picture 26">
            <a:extLst>
              <a:ext uri="{FF2B5EF4-FFF2-40B4-BE49-F238E27FC236}">
                <a16:creationId xmlns:a16="http://schemas.microsoft.com/office/drawing/2014/main" id="{A3EC00E9-1E47-B1EF-F142-128DF3289CD5}"/>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97919" y="5337912"/>
            <a:ext cx="5014237" cy="1122704"/>
          </a:xfrm>
          <a:prstGeom prst="rect">
            <a:avLst/>
          </a:prstGeom>
        </p:spPr>
      </p:pic>
      <p:cxnSp>
        <p:nvCxnSpPr>
          <p:cNvPr id="14" name="Straight Arrow Connector 2">
            <a:extLst>
              <a:ext uri="{FF2B5EF4-FFF2-40B4-BE49-F238E27FC236}">
                <a16:creationId xmlns:a16="http://schemas.microsoft.com/office/drawing/2014/main" id="{D0E6CB42-FD6D-3DA0-FD19-3FCAFAB03954}"/>
              </a:ext>
            </a:extLst>
          </p:cNvPr>
          <p:cNvCxnSpPr>
            <a:cxnSpLocks/>
          </p:cNvCxnSpPr>
          <p:nvPr/>
        </p:nvCxnSpPr>
        <p:spPr bwMode="black">
          <a:xfrm flipH="1">
            <a:off x="9896666" y="1903853"/>
            <a:ext cx="857702" cy="278908"/>
          </a:xfrm>
          <a:prstGeom prst="straightConnector1">
            <a:avLst/>
          </a:prstGeom>
          <a:noFill/>
          <a:ln w="44450" cap="flat" cmpd="sng" algn="ctr">
            <a:solidFill>
              <a:sysClr val="windowText" lastClr="000000"/>
            </a:solidFill>
            <a:prstDash val="solid"/>
            <a:miter lim="800000"/>
            <a:headEnd type="triangle"/>
            <a:tailEnd type="triangle"/>
          </a:ln>
          <a:effectLst/>
        </p:spPr>
      </p:cxnSp>
      <p:sp>
        <p:nvSpPr>
          <p:cNvPr id="15" name="Cloud 3">
            <a:extLst>
              <a:ext uri="{FF2B5EF4-FFF2-40B4-BE49-F238E27FC236}">
                <a16:creationId xmlns:a16="http://schemas.microsoft.com/office/drawing/2014/main" id="{D026D9C7-ACB9-423C-D969-40628EB7CC73}"/>
              </a:ext>
            </a:extLst>
          </p:cNvPr>
          <p:cNvSpPr/>
          <p:nvPr/>
        </p:nvSpPr>
        <p:spPr bwMode="ltGray">
          <a:xfrm>
            <a:off x="10742241" y="1469985"/>
            <a:ext cx="1347020" cy="732442"/>
          </a:xfrm>
          <a:prstGeom prst="cloud">
            <a:avLst/>
          </a:prstGeom>
          <a:solidFill>
            <a:srgbClr val="CCE2F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Forma DJR Micro"/>
                <a:ea typeface="+mn-ea"/>
                <a:cs typeface="+mn-cs"/>
              </a:rPr>
              <a:t>HP Cloud Services</a:t>
            </a:r>
          </a:p>
        </p:txBody>
      </p:sp>
      <p:sp>
        <p:nvSpPr>
          <p:cNvPr id="16" name="Cloud 5">
            <a:extLst>
              <a:ext uri="{FF2B5EF4-FFF2-40B4-BE49-F238E27FC236}">
                <a16:creationId xmlns:a16="http://schemas.microsoft.com/office/drawing/2014/main" id="{91032578-27D1-74DD-A5DD-184F03464DE5}"/>
              </a:ext>
            </a:extLst>
          </p:cNvPr>
          <p:cNvSpPr/>
          <p:nvPr/>
        </p:nvSpPr>
        <p:spPr bwMode="ltGray">
          <a:xfrm>
            <a:off x="10899556" y="2735188"/>
            <a:ext cx="1051279" cy="656942"/>
          </a:xfrm>
          <a:prstGeom prst="cloud">
            <a:avLst/>
          </a:prstGeom>
          <a:solidFill>
            <a:srgbClr val="CCE2F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black"/>
                </a:solidFill>
                <a:effectLst/>
                <a:uLnTx/>
                <a:uFillTx/>
                <a:latin typeface="Forma DJR Micro"/>
                <a:ea typeface="+mn-ea"/>
                <a:cs typeface="+mn-cs"/>
              </a:rPr>
              <a:t>3</a:t>
            </a:r>
            <a:r>
              <a:rPr kumimoji="0" lang="en-US" sz="1050" b="0" i="0" u="none" strike="noStrike" kern="0" cap="none" spc="0" normalizeH="0" baseline="30000" noProof="0">
                <a:ln>
                  <a:noFill/>
                </a:ln>
                <a:solidFill>
                  <a:prstClr val="black"/>
                </a:solidFill>
                <a:effectLst/>
                <a:uLnTx/>
                <a:uFillTx/>
                <a:latin typeface="Forma DJR Micro"/>
                <a:ea typeface="+mn-ea"/>
                <a:cs typeface="+mn-cs"/>
              </a:rPr>
              <a:t>rd</a:t>
            </a:r>
            <a:r>
              <a:rPr kumimoji="0" lang="en-US" sz="1050" b="0" i="0" u="none" strike="noStrike" kern="0" cap="none" spc="0" normalizeH="0" baseline="0" noProof="0">
                <a:ln>
                  <a:noFill/>
                </a:ln>
                <a:solidFill>
                  <a:prstClr val="black"/>
                </a:solidFill>
                <a:effectLst/>
                <a:uLnTx/>
                <a:uFillTx/>
                <a:latin typeface="Forma DJR Micro"/>
                <a:ea typeface="+mn-ea"/>
                <a:cs typeface="+mn-cs"/>
              </a:rPr>
              <a:t> party Cloud Hosted</a:t>
            </a:r>
          </a:p>
        </p:txBody>
      </p:sp>
      <p:cxnSp>
        <p:nvCxnSpPr>
          <p:cNvPr id="17" name="Straight Arrow Connector 14">
            <a:extLst>
              <a:ext uri="{FF2B5EF4-FFF2-40B4-BE49-F238E27FC236}">
                <a16:creationId xmlns:a16="http://schemas.microsoft.com/office/drawing/2014/main" id="{61950188-BC2A-711F-5B4C-D4B5C7620071}"/>
              </a:ext>
            </a:extLst>
          </p:cNvPr>
          <p:cNvCxnSpPr>
            <a:cxnSpLocks/>
          </p:cNvCxnSpPr>
          <p:nvPr/>
        </p:nvCxnSpPr>
        <p:spPr bwMode="black">
          <a:xfrm flipH="1" flipV="1">
            <a:off x="9886835" y="2746806"/>
            <a:ext cx="950124" cy="250067"/>
          </a:xfrm>
          <a:prstGeom prst="straightConnector1">
            <a:avLst/>
          </a:prstGeom>
          <a:noFill/>
          <a:ln w="44450" cap="flat" cmpd="sng" algn="ctr">
            <a:solidFill>
              <a:sysClr val="windowText" lastClr="000000"/>
            </a:solidFill>
            <a:prstDash val="solid"/>
            <a:miter lim="800000"/>
            <a:headEnd type="triangle"/>
            <a:tailEnd type="triangle"/>
          </a:ln>
          <a:effectLst/>
        </p:spPr>
      </p:cxnSp>
      <p:cxnSp>
        <p:nvCxnSpPr>
          <p:cNvPr id="18" name="Straight Arrow Connector 15">
            <a:extLst>
              <a:ext uri="{FF2B5EF4-FFF2-40B4-BE49-F238E27FC236}">
                <a16:creationId xmlns:a16="http://schemas.microsoft.com/office/drawing/2014/main" id="{048C1095-7AAC-F112-4483-1115320EDCD9}"/>
              </a:ext>
            </a:extLst>
          </p:cNvPr>
          <p:cNvCxnSpPr>
            <a:cxnSpLocks/>
          </p:cNvCxnSpPr>
          <p:nvPr/>
        </p:nvCxnSpPr>
        <p:spPr bwMode="black">
          <a:xfrm flipV="1">
            <a:off x="11326058" y="2229574"/>
            <a:ext cx="0" cy="547396"/>
          </a:xfrm>
          <a:prstGeom prst="straightConnector1">
            <a:avLst/>
          </a:prstGeom>
          <a:noFill/>
          <a:ln w="44450" cap="flat" cmpd="sng" algn="ctr">
            <a:solidFill>
              <a:sysClr val="windowText" lastClr="000000"/>
            </a:solidFill>
            <a:prstDash val="solid"/>
            <a:miter lim="800000"/>
            <a:headEnd type="triangle"/>
            <a:tailEnd type="triangle"/>
          </a:ln>
          <a:effectLst/>
        </p:spPr>
      </p:cxnSp>
      <p:sp>
        <p:nvSpPr>
          <p:cNvPr id="19" name="Rectangle: Rounded Corners 16">
            <a:extLst>
              <a:ext uri="{FF2B5EF4-FFF2-40B4-BE49-F238E27FC236}">
                <a16:creationId xmlns:a16="http://schemas.microsoft.com/office/drawing/2014/main" id="{E717696F-FA9C-D3C3-2DCE-99086300B575}"/>
              </a:ext>
            </a:extLst>
          </p:cNvPr>
          <p:cNvSpPr/>
          <p:nvPr/>
        </p:nvSpPr>
        <p:spPr bwMode="ltGray">
          <a:xfrm>
            <a:off x="6103151" y="1617306"/>
            <a:ext cx="894339" cy="1558513"/>
          </a:xfrm>
          <a:prstGeom prst="roundRect">
            <a:avLst/>
          </a:prstGeom>
          <a:solidFill>
            <a:srgbClr val="549EF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On-Prem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Private Cloud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Solutions Host</a:t>
            </a:r>
          </a:p>
        </p:txBody>
      </p:sp>
      <p:pic>
        <p:nvPicPr>
          <p:cNvPr id="20" name="Graphic 17" descr="Database outline">
            <a:extLst>
              <a:ext uri="{FF2B5EF4-FFF2-40B4-BE49-F238E27FC236}">
                <a16:creationId xmlns:a16="http://schemas.microsoft.com/office/drawing/2014/main" id="{EE62BF6A-2AE8-409D-8D61-416B3E68C1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74190" y="2045445"/>
            <a:ext cx="760358" cy="760358"/>
          </a:xfrm>
          <a:prstGeom prst="rect">
            <a:avLst/>
          </a:prstGeom>
        </p:spPr>
      </p:pic>
      <p:sp>
        <p:nvSpPr>
          <p:cNvPr id="21" name="Rectangle: Rounded Corners 18">
            <a:extLst>
              <a:ext uri="{FF2B5EF4-FFF2-40B4-BE49-F238E27FC236}">
                <a16:creationId xmlns:a16="http://schemas.microsoft.com/office/drawing/2014/main" id="{5FAA8980-7583-8A22-2AF6-1A7B5889A501}"/>
              </a:ext>
            </a:extLst>
          </p:cNvPr>
          <p:cNvSpPr/>
          <p:nvPr/>
        </p:nvSpPr>
        <p:spPr bwMode="ltGray">
          <a:xfrm>
            <a:off x="7979049" y="3564191"/>
            <a:ext cx="1770135" cy="285137"/>
          </a:xfrm>
          <a:prstGeom prst="roundRect">
            <a:avLst/>
          </a:prstGeom>
          <a:solidFill>
            <a:srgbClr val="92D05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Forma DJR Micro"/>
                <a:ea typeface="+mn-ea"/>
                <a:cs typeface="+mn-cs"/>
              </a:rPr>
              <a:t>Extensibility Services</a:t>
            </a:r>
          </a:p>
        </p:txBody>
      </p:sp>
      <p:sp>
        <p:nvSpPr>
          <p:cNvPr id="22" name="Rectangle: Rounded Corners 19">
            <a:extLst>
              <a:ext uri="{FF2B5EF4-FFF2-40B4-BE49-F238E27FC236}">
                <a16:creationId xmlns:a16="http://schemas.microsoft.com/office/drawing/2014/main" id="{C72628EB-6CC9-C9D0-03A5-B4318F4A5E5E}"/>
              </a:ext>
            </a:extLst>
          </p:cNvPr>
          <p:cNvSpPr/>
          <p:nvPr/>
        </p:nvSpPr>
        <p:spPr bwMode="ltGray">
          <a:xfrm>
            <a:off x="7851229" y="3834578"/>
            <a:ext cx="1996276" cy="266783"/>
          </a:xfrm>
          <a:prstGeom prst="roundRect">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black"/>
                </a:solidFill>
                <a:effectLst/>
                <a:uLnTx/>
                <a:uFillTx/>
                <a:latin typeface="Forma DJR Micro"/>
                <a:ea typeface="+mn-ea"/>
                <a:cs typeface="+mn-cs"/>
              </a:rPr>
              <a:t>Core Firmware</a:t>
            </a:r>
          </a:p>
        </p:txBody>
      </p:sp>
      <p:sp>
        <p:nvSpPr>
          <p:cNvPr id="23" name="Rectangle: Rounded Corners 23">
            <a:extLst>
              <a:ext uri="{FF2B5EF4-FFF2-40B4-BE49-F238E27FC236}">
                <a16:creationId xmlns:a16="http://schemas.microsoft.com/office/drawing/2014/main" id="{D1587887-91AE-80A3-3064-42FB6FBD3CD2}"/>
              </a:ext>
            </a:extLst>
          </p:cNvPr>
          <p:cNvSpPr/>
          <p:nvPr/>
        </p:nvSpPr>
        <p:spPr bwMode="ltGray">
          <a:xfrm>
            <a:off x="7841724" y="2035279"/>
            <a:ext cx="884903" cy="1268359"/>
          </a:xfrm>
          <a:prstGeom prst="roundRect">
            <a:avLst/>
          </a:prstGeom>
          <a:solidFill>
            <a:srgbClr val="549EF7"/>
          </a:solidFill>
          <a:ln w="12700" cap="flat" cmpd="sng" algn="ctr">
            <a:noFill/>
            <a:prstDash val="solid"/>
            <a:miter lim="800000"/>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OXPd UI Embedded Web Browser</a:t>
            </a:r>
          </a:p>
        </p:txBody>
      </p:sp>
      <p:sp>
        <p:nvSpPr>
          <p:cNvPr id="24" name="Rectangle: Rounded Corners 24">
            <a:extLst>
              <a:ext uri="{FF2B5EF4-FFF2-40B4-BE49-F238E27FC236}">
                <a16:creationId xmlns:a16="http://schemas.microsoft.com/office/drawing/2014/main" id="{9476AD9A-B1E5-556D-EB57-942842B7253B}"/>
              </a:ext>
            </a:extLst>
          </p:cNvPr>
          <p:cNvSpPr/>
          <p:nvPr/>
        </p:nvSpPr>
        <p:spPr bwMode="ltGray">
          <a:xfrm>
            <a:off x="9005991" y="2030136"/>
            <a:ext cx="865779" cy="1266737"/>
          </a:xfrm>
          <a:prstGeom prst="roundRect">
            <a:avLst/>
          </a:prstGeom>
          <a:solidFill>
            <a:srgbClr val="BBD8F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Workpath Platform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Native App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Forma DJR Micro"/>
              <a:ea typeface="+mn-ea"/>
              <a:cs typeface="+mn-cs"/>
            </a:endParaRPr>
          </a:p>
        </p:txBody>
      </p:sp>
      <p:cxnSp>
        <p:nvCxnSpPr>
          <p:cNvPr id="25" name="Straight Arrow Connector 27">
            <a:extLst>
              <a:ext uri="{FF2B5EF4-FFF2-40B4-BE49-F238E27FC236}">
                <a16:creationId xmlns:a16="http://schemas.microsoft.com/office/drawing/2014/main" id="{E925D0A1-A896-D95D-751F-AF373437CEF1}"/>
              </a:ext>
            </a:extLst>
          </p:cNvPr>
          <p:cNvCxnSpPr>
            <a:cxnSpLocks/>
          </p:cNvCxnSpPr>
          <p:nvPr/>
        </p:nvCxnSpPr>
        <p:spPr bwMode="black">
          <a:xfrm flipH="1" flipV="1">
            <a:off x="7035480" y="2536724"/>
            <a:ext cx="924232" cy="1170037"/>
          </a:xfrm>
          <a:prstGeom prst="straightConnector1">
            <a:avLst/>
          </a:prstGeom>
          <a:noFill/>
          <a:ln w="44450" cap="flat" cmpd="sng" algn="ctr">
            <a:solidFill>
              <a:sysClr val="windowText" lastClr="000000"/>
            </a:solidFill>
            <a:prstDash val="solid"/>
            <a:miter lim="800000"/>
            <a:headEnd type="triangle"/>
            <a:tailEnd type="triangle"/>
          </a:ln>
          <a:effectLst/>
        </p:spPr>
      </p:cxnSp>
      <p:cxnSp>
        <p:nvCxnSpPr>
          <p:cNvPr id="26" name="Straight Arrow Connector 28">
            <a:extLst>
              <a:ext uri="{FF2B5EF4-FFF2-40B4-BE49-F238E27FC236}">
                <a16:creationId xmlns:a16="http://schemas.microsoft.com/office/drawing/2014/main" id="{81D754F1-1F63-1799-72AF-FCF7326A4C58}"/>
              </a:ext>
            </a:extLst>
          </p:cNvPr>
          <p:cNvCxnSpPr>
            <a:cxnSpLocks/>
            <a:endCxn id="19" idx="3"/>
          </p:cNvCxnSpPr>
          <p:nvPr/>
        </p:nvCxnSpPr>
        <p:spPr bwMode="black">
          <a:xfrm flipH="1" flipV="1">
            <a:off x="6997490" y="2396563"/>
            <a:ext cx="893396" cy="53308"/>
          </a:xfrm>
          <a:prstGeom prst="straightConnector1">
            <a:avLst/>
          </a:prstGeom>
          <a:noFill/>
          <a:ln w="44450" cap="flat" cmpd="sng" algn="ctr">
            <a:solidFill>
              <a:sysClr val="windowText" lastClr="000000"/>
            </a:solidFill>
            <a:prstDash val="solid"/>
            <a:miter lim="800000"/>
            <a:headEnd type="triangle"/>
            <a:tailEnd type="triangle"/>
          </a:ln>
          <a:effectLst/>
        </p:spPr>
      </p:cxnSp>
      <p:cxnSp>
        <p:nvCxnSpPr>
          <p:cNvPr id="27" name="Connector: Elbow 29">
            <a:extLst>
              <a:ext uri="{FF2B5EF4-FFF2-40B4-BE49-F238E27FC236}">
                <a16:creationId xmlns:a16="http://schemas.microsoft.com/office/drawing/2014/main" id="{24A24992-3226-E097-610D-9E6A6772B039}"/>
              </a:ext>
            </a:extLst>
          </p:cNvPr>
          <p:cNvCxnSpPr>
            <a:cxnSpLocks/>
            <a:stCxn id="23" idx="3"/>
            <a:endCxn id="21" idx="0"/>
          </p:cNvCxnSpPr>
          <p:nvPr/>
        </p:nvCxnSpPr>
        <p:spPr bwMode="black">
          <a:xfrm>
            <a:off x="8726627" y="2669459"/>
            <a:ext cx="137490" cy="894732"/>
          </a:xfrm>
          <a:prstGeom prst="bentConnector2">
            <a:avLst/>
          </a:prstGeom>
          <a:noFill/>
          <a:ln w="15875" cap="flat" cmpd="sng" algn="ctr">
            <a:solidFill>
              <a:sysClr val="windowText" lastClr="000000"/>
            </a:solidFill>
            <a:prstDash val="solid"/>
            <a:miter lim="800000"/>
            <a:headEnd type="triangle"/>
            <a:tailEnd type="triangle"/>
          </a:ln>
          <a:effectLst/>
        </p:spPr>
      </p:cxnSp>
      <p:cxnSp>
        <p:nvCxnSpPr>
          <p:cNvPr id="28" name="Connector: Elbow 30">
            <a:extLst>
              <a:ext uri="{FF2B5EF4-FFF2-40B4-BE49-F238E27FC236}">
                <a16:creationId xmlns:a16="http://schemas.microsoft.com/office/drawing/2014/main" id="{A5D76594-42A2-748E-20C6-A691C17EF26D}"/>
              </a:ext>
            </a:extLst>
          </p:cNvPr>
          <p:cNvCxnSpPr>
            <a:cxnSpLocks/>
            <a:stCxn id="24" idx="1"/>
            <a:endCxn id="21" idx="0"/>
          </p:cNvCxnSpPr>
          <p:nvPr/>
        </p:nvCxnSpPr>
        <p:spPr bwMode="black">
          <a:xfrm rot="10800000" flipV="1">
            <a:off x="8864117" y="2663505"/>
            <a:ext cx="141874" cy="900686"/>
          </a:xfrm>
          <a:prstGeom prst="bentConnector2">
            <a:avLst/>
          </a:prstGeom>
          <a:noFill/>
          <a:ln w="15875" cap="flat" cmpd="sng" algn="ctr">
            <a:solidFill>
              <a:sysClr val="windowText" lastClr="000000"/>
            </a:solidFill>
            <a:prstDash val="solid"/>
            <a:miter lim="800000"/>
            <a:headEnd type="triangle"/>
            <a:tailEnd type="triangle"/>
          </a:ln>
          <a:effectLst/>
        </p:spPr>
      </p:cxnSp>
      <p:pic>
        <p:nvPicPr>
          <p:cNvPr id="29" name="Graphic 31" descr="Photocopier outline">
            <a:extLst>
              <a:ext uri="{FF2B5EF4-FFF2-40B4-BE49-F238E27FC236}">
                <a16:creationId xmlns:a16="http://schemas.microsoft.com/office/drawing/2014/main" id="{D3CAA614-E230-3613-1B53-ABFCAA104A5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22563" y="1413844"/>
            <a:ext cx="451833" cy="663590"/>
          </a:xfrm>
          <a:prstGeom prst="rect">
            <a:avLst/>
          </a:prstGeom>
        </p:spPr>
      </p:pic>
      <p:sp>
        <p:nvSpPr>
          <p:cNvPr id="30" name="TextBox 29">
            <a:extLst>
              <a:ext uri="{FF2B5EF4-FFF2-40B4-BE49-F238E27FC236}">
                <a16:creationId xmlns:a16="http://schemas.microsoft.com/office/drawing/2014/main" id="{34428539-03E8-6F05-0BD5-3E25DF21A1A5}"/>
              </a:ext>
            </a:extLst>
          </p:cNvPr>
          <p:cNvSpPr txBox="1"/>
          <p:nvPr/>
        </p:nvSpPr>
        <p:spPr>
          <a:xfrm>
            <a:off x="8023311" y="1588374"/>
            <a:ext cx="960199" cy="369332"/>
          </a:xfrm>
          <a:prstGeom prst="rect">
            <a:avLst/>
          </a:prstGeom>
          <a:noFill/>
        </p:spPr>
        <p:txBody>
          <a:bodyPr wrap="non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49EF7"/>
                </a:solidFill>
                <a:effectLst/>
                <a:uLnTx/>
                <a:uFillTx/>
                <a:latin typeface="Forma DJR Micro"/>
                <a:ea typeface="+mn-ea"/>
                <a:cs typeface="+mn-cs"/>
              </a:rPr>
              <a:t>HP Enterprise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49EF7"/>
                </a:solidFill>
                <a:effectLst/>
                <a:uLnTx/>
                <a:uFillTx/>
                <a:latin typeface="Forma DJR Micro"/>
                <a:ea typeface="+mn-ea"/>
                <a:cs typeface="+mn-cs"/>
              </a:rPr>
              <a:t>Printer</a:t>
            </a:r>
          </a:p>
        </p:txBody>
      </p:sp>
      <p:pic>
        <p:nvPicPr>
          <p:cNvPr id="31" name="Picture 25" descr="A green robot with two ears&#10;&#10;Description automatically generated">
            <a:extLst>
              <a:ext uri="{FF2B5EF4-FFF2-40B4-BE49-F238E27FC236}">
                <a16:creationId xmlns:a16="http://schemas.microsoft.com/office/drawing/2014/main" id="{02C58E3B-059E-1D2A-3164-EB80DE07AD52}"/>
              </a:ext>
            </a:extLst>
          </p:cNvPr>
          <p:cNvPicPr>
            <a:picLocks noChangeAspect="1"/>
          </p:cNvPicPr>
          <p:nvPr/>
        </p:nvPicPr>
        <p:blipFill>
          <a:blip r:embed="rId9"/>
          <a:stretch>
            <a:fillRect/>
          </a:stretch>
        </p:blipFill>
        <p:spPr>
          <a:xfrm flipH="1">
            <a:off x="9293055" y="2432806"/>
            <a:ext cx="265901" cy="297809"/>
          </a:xfrm>
          <a:prstGeom prst="rect">
            <a:avLst/>
          </a:prstGeom>
        </p:spPr>
      </p:pic>
      <p:pic>
        <p:nvPicPr>
          <p:cNvPr id="32" name="Picture 39" descr="A blue circle with a white circle in the center&#10;&#10;Description automatically generated">
            <a:extLst>
              <a:ext uri="{FF2B5EF4-FFF2-40B4-BE49-F238E27FC236}">
                <a16:creationId xmlns:a16="http://schemas.microsoft.com/office/drawing/2014/main" id="{C24D594D-67B4-B0BF-92DA-36EE13E78A5E}"/>
              </a:ext>
            </a:extLst>
          </p:cNvPr>
          <p:cNvPicPr>
            <a:picLocks noChangeAspect="1"/>
          </p:cNvPicPr>
          <p:nvPr/>
        </p:nvPicPr>
        <p:blipFill>
          <a:blip r:embed="rId10"/>
          <a:stretch>
            <a:fillRect/>
          </a:stretch>
        </p:blipFill>
        <p:spPr>
          <a:xfrm>
            <a:off x="8152639" y="2804371"/>
            <a:ext cx="242929" cy="242929"/>
          </a:xfrm>
          <a:prstGeom prst="rect">
            <a:avLst/>
          </a:prstGeom>
        </p:spPr>
      </p:pic>
    </p:spTree>
    <p:extLst>
      <p:ext uri="{BB962C8B-B14F-4D97-AF65-F5344CB8AC3E}">
        <p14:creationId xmlns:p14="http://schemas.microsoft.com/office/powerpoint/2010/main" val="82264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4" y="362666"/>
            <a:ext cx="8306977" cy="920750"/>
          </a:xfrm>
        </p:spPr>
        <p:txBody>
          <a:bodyPr/>
          <a:lstStyle/>
          <a:p>
            <a:r>
              <a:rPr lang="en-US" dirty="0"/>
              <a:t>What is Workpath</a:t>
            </a:r>
            <a:endParaRPr lang="en-US" sz="3600" dirty="0">
              <a:solidFill>
                <a:schemeClr val="bg1">
                  <a:lumMod val="50000"/>
                </a:schemeClr>
              </a:solidFill>
            </a:endParaRPr>
          </a:p>
        </p:txBody>
      </p:sp>
      <p:grpSp>
        <p:nvGrpSpPr>
          <p:cNvPr id="175" name="Group 174">
            <a:extLst>
              <a:ext uri="{FF2B5EF4-FFF2-40B4-BE49-F238E27FC236}">
                <a16:creationId xmlns:a16="http://schemas.microsoft.com/office/drawing/2014/main" id="{DED2AB59-2DB0-3FED-3EC0-6AC8E2A168C1}"/>
              </a:ext>
            </a:extLst>
          </p:cNvPr>
          <p:cNvGrpSpPr/>
          <p:nvPr/>
        </p:nvGrpSpPr>
        <p:grpSpPr>
          <a:xfrm>
            <a:off x="7589214" y="1962363"/>
            <a:ext cx="4140715" cy="4169973"/>
            <a:chOff x="6462215" y="1872131"/>
            <a:chExt cx="5156591" cy="4886930"/>
          </a:xfrm>
        </p:grpSpPr>
        <p:sp>
          <p:nvSpPr>
            <p:cNvPr id="105" name="Oval 104">
              <a:extLst>
                <a:ext uri="{FF2B5EF4-FFF2-40B4-BE49-F238E27FC236}">
                  <a16:creationId xmlns:a16="http://schemas.microsoft.com/office/drawing/2014/main" id="{C1C48457-0102-5CBC-C9AC-386C2CEE6061}"/>
                </a:ext>
              </a:extLst>
            </p:cNvPr>
            <p:cNvSpPr/>
            <p:nvPr/>
          </p:nvSpPr>
          <p:spPr>
            <a:xfrm>
              <a:off x="9537994" y="4672938"/>
              <a:ext cx="1982086" cy="1212617"/>
            </a:xfrm>
            <a:prstGeom prst="ellipse">
              <a:avLst/>
            </a:prstGeom>
            <a:solidFill>
              <a:srgbClr val="FFC000">
                <a:alpha val="30000"/>
              </a:srgbClr>
            </a:solidFill>
            <a:ln w="12700" cap="flat" cmpd="sng" algn="ctr">
              <a:noFill/>
              <a:prstDash val="solid"/>
              <a:miter lim="800000"/>
            </a:ln>
            <a:effectLst/>
          </p:spPr>
          <p:txBody>
            <a:bodyPr lIns="0" tIns="0" rIns="0" bIns="0" rtlCol="0" anchor="t" anchorCtr="0"/>
            <a:lstStyle/>
            <a:p>
              <a:pPr marL="0" marR="0" lvl="0" indent="0" defTabSz="914400" eaLnBrk="1" fontAlgn="auto" latinLnBrk="0" hangingPunct="1">
                <a:lnSpc>
                  <a:spcPct val="90000"/>
                </a:lnSpc>
                <a:spcBef>
                  <a:spcPts val="100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Forma DJR Micro"/>
                <a:ea typeface="+mn-ea"/>
                <a:cs typeface="+mn-cs"/>
              </a:endParaRPr>
            </a:p>
          </p:txBody>
        </p:sp>
        <p:sp>
          <p:nvSpPr>
            <p:cNvPr id="106" name="Oval 105">
              <a:extLst>
                <a:ext uri="{FF2B5EF4-FFF2-40B4-BE49-F238E27FC236}">
                  <a16:creationId xmlns:a16="http://schemas.microsoft.com/office/drawing/2014/main" id="{8461A461-93C8-6366-D10B-B977C7C81D89}"/>
                </a:ext>
              </a:extLst>
            </p:cNvPr>
            <p:cNvSpPr/>
            <p:nvPr/>
          </p:nvSpPr>
          <p:spPr>
            <a:xfrm>
              <a:off x="6945291" y="4694567"/>
              <a:ext cx="1982086" cy="1212617"/>
            </a:xfrm>
            <a:prstGeom prst="ellipse">
              <a:avLst/>
            </a:prstGeom>
            <a:solidFill>
              <a:srgbClr val="539DF7">
                <a:lumMod val="75000"/>
                <a:alpha val="30000"/>
              </a:srgbClr>
            </a:solidFill>
            <a:ln w="12700" cap="flat" cmpd="sng" algn="ctr">
              <a:noFill/>
              <a:prstDash val="solid"/>
              <a:miter lim="800000"/>
            </a:ln>
            <a:effectLst/>
          </p:spPr>
          <p:txBody>
            <a:bodyPr lIns="0" tIns="0" rIns="0" bIns="0" rtlCol="0" anchor="t" anchorCtr="0"/>
            <a:lstStyle/>
            <a:p>
              <a:pPr marL="0" marR="0" lvl="0" indent="0" defTabSz="914400" eaLnBrk="1" fontAlgn="auto" latinLnBrk="0" hangingPunct="1">
                <a:lnSpc>
                  <a:spcPct val="90000"/>
                </a:lnSpc>
                <a:spcBef>
                  <a:spcPts val="100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Forma DJR Micro"/>
                <a:ea typeface="+mn-ea"/>
                <a:cs typeface="+mn-cs"/>
              </a:endParaRPr>
            </a:p>
          </p:txBody>
        </p:sp>
        <p:pic>
          <p:nvPicPr>
            <p:cNvPr id="123" name="Picture 122">
              <a:extLst>
                <a:ext uri="{FF2B5EF4-FFF2-40B4-BE49-F238E27FC236}">
                  <a16:creationId xmlns:a16="http://schemas.microsoft.com/office/drawing/2014/main" id="{AB0EE91D-7613-0368-483D-39BA5FF39B8C}"/>
                </a:ext>
              </a:extLst>
            </p:cNvPr>
            <p:cNvPicPr>
              <a:picLocks noChangeAspect="1"/>
            </p:cNvPicPr>
            <p:nvPr/>
          </p:nvPicPr>
          <p:blipFill>
            <a:blip r:embed="rId3"/>
            <a:stretch>
              <a:fillRect/>
            </a:stretch>
          </p:blipFill>
          <p:spPr>
            <a:xfrm>
              <a:off x="6462215" y="2947286"/>
              <a:ext cx="638169" cy="597501"/>
            </a:xfrm>
            <a:prstGeom prst="rect">
              <a:avLst/>
            </a:prstGeom>
          </p:spPr>
        </p:pic>
        <p:pic>
          <p:nvPicPr>
            <p:cNvPr id="124" name="Picture 123">
              <a:extLst>
                <a:ext uri="{FF2B5EF4-FFF2-40B4-BE49-F238E27FC236}">
                  <a16:creationId xmlns:a16="http://schemas.microsoft.com/office/drawing/2014/main" id="{FCA0ABF9-14BC-C5B8-A366-D58257BFF743}"/>
                </a:ext>
              </a:extLst>
            </p:cNvPr>
            <p:cNvPicPr>
              <a:picLocks noChangeAspect="1"/>
            </p:cNvPicPr>
            <p:nvPr/>
          </p:nvPicPr>
          <p:blipFill>
            <a:blip r:embed="rId4"/>
            <a:stretch>
              <a:fillRect/>
            </a:stretch>
          </p:blipFill>
          <p:spPr>
            <a:xfrm>
              <a:off x="10138947" y="3342592"/>
              <a:ext cx="539138" cy="568680"/>
            </a:xfrm>
            <a:prstGeom prst="rect">
              <a:avLst/>
            </a:prstGeom>
          </p:spPr>
        </p:pic>
        <p:pic>
          <p:nvPicPr>
            <p:cNvPr id="125" name="Picture 124">
              <a:extLst>
                <a:ext uri="{FF2B5EF4-FFF2-40B4-BE49-F238E27FC236}">
                  <a16:creationId xmlns:a16="http://schemas.microsoft.com/office/drawing/2014/main" id="{57040336-8856-90E0-2649-3AAFE0FFC080}"/>
                </a:ext>
              </a:extLst>
            </p:cNvPr>
            <p:cNvPicPr>
              <a:picLocks noChangeAspect="1"/>
            </p:cNvPicPr>
            <p:nvPr/>
          </p:nvPicPr>
          <p:blipFill>
            <a:blip r:embed="rId4"/>
            <a:stretch>
              <a:fillRect/>
            </a:stretch>
          </p:blipFill>
          <p:spPr>
            <a:xfrm>
              <a:off x="10554354" y="3125019"/>
              <a:ext cx="566461" cy="597500"/>
            </a:xfrm>
            <a:prstGeom prst="rect">
              <a:avLst/>
            </a:prstGeom>
          </p:spPr>
        </p:pic>
        <p:grpSp>
          <p:nvGrpSpPr>
            <p:cNvPr id="126" name="Group 125">
              <a:extLst>
                <a:ext uri="{FF2B5EF4-FFF2-40B4-BE49-F238E27FC236}">
                  <a16:creationId xmlns:a16="http://schemas.microsoft.com/office/drawing/2014/main" id="{92CB54B4-92E9-4BC8-500B-A7FA10502D50}"/>
                </a:ext>
              </a:extLst>
            </p:cNvPr>
            <p:cNvGrpSpPr/>
            <p:nvPr/>
          </p:nvGrpSpPr>
          <p:grpSpPr>
            <a:xfrm>
              <a:off x="7078082" y="4971286"/>
              <a:ext cx="711175" cy="711175"/>
              <a:chOff x="6811382" y="4971286"/>
              <a:chExt cx="711175" cy="711175"/>
            </a:xfrm>
          </p:grpSpPr>
          <p:pic>
            <p:nvPicPr>
              <p:cNvPr id="127" name="Picture 33" descr="Shape&#10;&#10;Description automatically generated with low confidence">
                <a:extLst>
                  <a:ext uri="{FF2B5EF4-FFF2-40B4-BE49-F238E27FC236}">
                    <a16:creationId xmlns:a16="http://schemas.microsoft.com/office/drawing/2014/main" id="{9BE91006-26F7-8EF9-A603-53B6122FA04F}"/>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28" name="사각형: 둥근 모서리 65">
                <a:extLst>
                  <a:ext uri="{FF2B5EF4-FFF2-40B4-BE49-F238E27FC236}">
                    <a16:creationId xmlns:a16="http://schemas.microsoft.com/office/drawing/2014/main" id="{94214C01-AD86-3B56-6AC2-76B2E7E65BF6}"/>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grpSp>
          <p:nvGrpSpPr>
            <p:cNvPr id="129" name="Group 128">
              <a:extLst>
                <a:ext uri="{FF2B5EF4-FFF2-40B4-BE49-F238E27FC236}">
                  <a16:creationId xmlns:a16="http://schemas.microsoft.com/office/drawing/2014/main" id="{C08D617D-04A9-DEE5-80A8-CAEACA6BF2C6}"/>
                </a:ext>
              </a:extLst>
            </p:cNvPr>
            <p:cNvGrpSpPr/>
            <p:nvPr/>
          </p:nvGrpSpPr>
          <p:grpSpPr>
            <a:xfrm>
              <a:off x="7635542" y="4971286"/>
              <a:ext cx="711175" cy="711175"/>
              <a:chOff x="6811382" y="4971286"/>
              <a:chExt cx="711175" cy="711175"/>
            </a:xfrm>
          </p:grpSpPr>
          <p:pic>
            <p:nvPicPr>
              <p:cNvPr id="130" name="Picture 33" descr="Shape&#10;&#10;Description automatically generated with low confidence">
                <a:extLst>
                  <a:ext uri="{FF2B5EF4-FFF2-40B4-BE49-F238E27FC236}">
                    <a16:creationId xmlns:a16="http://schemas.microsoft.com/office/drawing/2014/main" id="{15E6801A-D6F1-6774-291E-D45DE41E254C}"/>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31" name="사각형: 둥근 모서리 65">
                <a:extLst>
                  <a:ext uri="{FF2B5EF4-FFF2-40B4-BE49-F238E27FC236}">
                    <a16:creationId xmlns:a16="http://schemas.microsoft.com/office/drawing/2014/main" id="{76647D28-FB4C-AB1C-7DBC-F9CAC0998EC1}"/>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grpSp>
          <p:nvGrpSpPr>
            <p:cNvPr id="132" name="Group 131">
              <a:extLst>
                <a:ext uri="{FF2B5EF4-FFF2-40B4-BE49-F238E27FC236}">
                  <a16:creationId xmlns:a16="http://schemas.microsoft.com/office/drawing/2014/main" id="{1667BCC9-94AC-C850-F6F3-DA5711CDD2AB}"/>
                </a:ext>
              </a:extLst>
            </p:cNvPr>
            <p:cNvGrpSpPr/>
            <p:nvPr/>
          </p:nvGrpSpPr>
          <p:grpSpPr>
            <a:xfrm>
              <a:off x="8136568" y="4980010"/>
              <a:ext cx="711175" cy="711175"/>
              <a:chOff x="6811382" y="4971286"/>
              <a:chExt cx="711175" cy="711175"/>
            </a:xfrm>
          </p:grpSpPr>
          <p:pic>
            <p:nvPicPr>
              <p:cNvPr id="133" name="Picture 33" descr="Shape&#10;&#10;Description automatically generated with low confidence">
                <a:extLst>
                  <a:ext uri="{FF2B5EF4-FFF2-40B4-BE49-F238E27FC236}">
                    <a16:creationId xmlns:a16="http://schemas.microsoft.com/office/drawing/2014/main" id="{DD6F03AC-076A-15C9-4F9B-2D5DB91C57F2}"/>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34" name="사각형: 둥근 모서리 65">
                <a:extLst>
                  <a:ext uri="{FF2B5EF4-FFF2-40B4-BE49-F238E27FC236}">
                    <a16:creationId xmlns:a16="http://schemas.microsoft.com/office/drawing/2014/main" id="{288529F7-9E38-9EF9-2282-9E1678D707E5}"/>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grpSp>
          <p:nvGrpSpPr>
            <p:cNvPr id="135" name="Group 134">
              <a:extLst>
                <a:ext uri="{FF2B5EF4-FFF2-40B4-BE49-F238E27FC236}">
                  <a16:creationId xmlns:a16="http://schemas.microsoft.com/office/drawing/2014/main" id="{9D188599-FF5A-CB72-BEB9-0D3CC8ED6A2A}"/>
                </a:ext>
              </a:extLst>
            </p:cNvPr>
            <p:cNvGrpSpPr/>
            <p:nvPr/>
          </p:nvGrpSpPr>
          <p:grpSpPr>
            <a:xfrm>
              <a:off x="9642458" y="4962843"/>
              <a:ext cx="711175" cy="711175"/>
              <a:chOff x="6811382" y="4971286"/>
              <a:chExt cx="711175" cy="711175"/>
            </a:xfrm>
          </p:grpSpPr>
          <p:pic>
            <p:nvPicPr>
              <p:cNvPr id="136" name="Picture 33" descr="Shape&#10;&#10;Description automatically generated with low confidence">
                <a:extLst>
                  <a:ext uri="{FF2B5EF4-FFF2-40B4-BE49-F238E27FC236}">
                    <a16:creationId xmlns:a16="http://schemas.microsoft.com/office/drawing/2014/main" id="{E2856E97-5296-B77C-CE88-9654D9DE8C70}"/>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37" name="사각형: 둥근 모서리 65">
                <a:extLst>
                  <a:ext uri="{FF2B5EF4-FFF2-40B4-BE49-F238E27FC236}">
                    <a16:creationId xmlns:a16="http://schemas.microsoft.com/office/drawing/2014/main" id="{AA31C20F-9DAC-5CAF-EC73-773AFB62CC37}"/>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grpSp>
          <p:nvGrpSpPr>
            <p:cNvPr id="138" name="Group 137">
              <a:extLst>
                <a:ext uri="{FF2B5EF4-FFF2-40B4-BE49-F238E27FC236}">
                  <a16:creationId xmlns:a16="http://schemas.microsoft.com/office/drawing/2014/main" id="{A9BABCFC-CA76-421F-1447-7929AFF0B464}"/>
                </a:ext>
              </a:extLst>
            </p:cNvPr>
            <p:cNvGrpSpPr/>
            <p:nvPr/>
          </p:nvGrpSpPr>
          <p:grpSpPr>
            <a:xfrm>
              <a:off x="10199918" y="4962843"/>
              <a:ext cx="711175" cy="711175"/>
              <a:chOff x="6811382" y="4971286"/>
              <a:chExt cx="711175" cy="711175"/>
            </a:xfrm>
          </p:grpSpPr>
          <p:pic>
            <p:nvPicPr>
              <p:cNvPr id="139" name="Picture 33" descr="Shape&#10;&#10;Description automatically generated with low confidence">
                <a:extLst>
                  <a:ext uri="{FF2B5EF4-FFF2-40B4-BE49-F238E27FC236}">
                    <a16:creationId xmlns:a16="http://schemas.microsoft.com/office/drawing/2014/main" id="{F14FCB40-CE7F-5D7F-D955-5926F0873234}"/>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40" name="사각형: 둥근 모서리 65">
                <a:extLst>
                  <a:ext uri="{FF2B5EF4-FFF2-40B4-BE49-F238E27FC236}">
                    <a16:creationId xmlns:a16="http://schemas.microsoft.com/office/drawing/2014/main" id="{893B6377-B778-8537-3247-9ED03DD99A3D}"/>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grpSp>
          <p:nvGrpSpPr>
            <p:cNvPr id="141" name="Group 140">
              <a:extLst>
                <a:ext uri="{FF2B5EF4-FFF2-40B4-BE49-F238E27FC236}">
                  <a16:creationId xmlns:a16="http://schemas.microsoft.com/office/drawing/2014/main" id="{223ED7B3-FDE4-D77F-F243-96025309DBB2}"/>
                </a:ext>
              </a:extLst>
            </p:cNvPr>
            <p:cNvGrpSpPr/>
            <p:nvPr/>
          </p:nvGrpSpPr>
          <p:grpSpPr>
            <a:xfrm>
              <a:off x="10700944" y="4971567"/>
              <a:ext cx="711175" cy="711175"/>
              <a:chOff x="6811382" y="4971286"/>
              <a:chExt cx="711175" cy="711175"/>
            </a:xfrm>
          </p:grpSpPr>
          <p:pic>
            <p:nvPicPr>
              <p:cNvPr id="142" name="Picture 33" descr="Shape&#10;&#10;Description automatically generated with low confidence">
                <a:extLst>
                  <a:ext uri="{FF2B5EF4-FFF2-40B4-BE49-F238E27FC236}">
                    <a16:creationId xmlns:a16="http://schemas.microsoft.com/office/drawing/2014/main" id="{A764F5AA-A413-7501-291E-09E47B51C9D0}"/>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43" name="사각형: 둥근 모서리 65">
                <a:extLst>
                  <a:ext uri="{FF2B5EF4-FFF2-40B4-BE49-F238E27FC236}">
                    <a16:creationId xmlns:a16="http://schemas.microsoft.com/office/drawing/2014/main" id="{13B32472-AFFD-5A90-A527-3702AEEF7637}"/>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pic>
          <p:nvPicPr>
            <p:cNvPr id="144" name="Picture 143">
              <a:extLst>
                <a:ext uri="{FF2B5EF4-FFF2-40B4-BE49-F238E27FC236}">
                  <a16:creationId xmlns:a16="http://schemas.microsoft.com/office/drawing/2014/main" id="{D503688D-06E1-8BA1-6070-D75EA29A2B88}"/>
                </a:ext>
              </a:extLst>
            </p:cNvPr>
            <p:cNvPicPr>
              <a:picLocks noChangeAspect="1"/>
            </p:cNvPicPr>
            <p:nvPr/>
          </p:nvPicPr>
          <p:blipFill>
            <a:blip r:embed="rId6"/>
            <a:stretch>
              <a:fillRect/>
            </a:stretch>
          </p:blipFill>
          <p:spPr>
            <a:xfrm>
              <a:off x="7759955" y="6258378"/>
              <a:ext cx="315392" cy="440946"/>
            </a:xfrm>
            <a:prstGeom prst="rect">
              <a:avLst/>
            </a:prstGeom>
          </p:spPr>
        </p:pic>
        <p:pic>
          <p:nvPicPr>
            <p:cNvPr id="145" name="Picture 2" descr="Gorilla Server PNG Image - PurePNG | Free transparent CC0 PNG Image Library">
              <a:extLst>
                <a:ext uri="{FF2B5EF4-FFF2-40B4-BE49-F238E27FC236}">
                  <a16:creationId xmlns:a16="http://schemas.microsoft.com/office/drawing/2014/main" id="{A5A27694-F583-BBD1-1459-B6461F22538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13236" y="6306453"/>
              <a:ext cx="400050" cy="400050"/>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4" descr="Server - Free technology icons">
              <a:extLst>
                <a:ext uri="{FF2B5EF4-FFF2-40B4-BE49-F238E27FC236}">
                  <a16:creationId xmlns:a16="http://schemas.microsoft.com/office/drawing/2014/main" id="{B6B63CC1-90FE-75C1-5877-67EF49DB970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71725" y="6306453"/>
              <a:ext cx="400050" cy="400050"/>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8" descr="Server authentication icon outline server authentication vector icon for  web design isolated on white background | Premium Vector">
              <a:extLst>
                <a:ext uri="{FF2B5EF4-FFF2-40B4-BE49-F238E27FC236}">
                  <a16:creationId xmlns:a16="http://schemas.microsoft.com/office/drawing/2014/main" id="{0B64564C-ED61-D838-9451-30EE666E850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12295" y="6218880"/>
              <a:ext cx="487623" cy="487623"/>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10" descr="server-web-secure Free Icon | FreeImages">
              <a:extLst>
                <a:ext uri="{FF2B5EF4-FFF2-40B4-BE49-F238E27FC236}">
                  <a16:creationId xmlns:a16="http://schemas.microsoft.com/office/drawing/2014/main" id="{00C0A93C-631A-263E-318C-F191864E0EF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55652" y="6187561"/>
              <a:ext cx="571500" cy="571500"/>
            </a:xfrm>
            <a:prstGeom prst="rect">
              <a:avLst/>
            </a:prstGeom>
            <a:noFill/>
            <a:extLst>
              <a:ext uri="{909E8E84-426E-40DD-AFC4-6F175D3DCCD1}">
                <a14:hiddenFill xmlns:a14="http://schemas.microsoft.com/office/drawing/2010/main">
                  <a:solidFill>
                    <a:srgbClr val="FFFFFF"/>
                  </a:solidFill>
                </a14:hiddenFill>
              </a:ext>
            </a:extLst>
          </p:spPr>
        </p:pic>
        <p:cxnSp>
          <p:nvCxnSpPr>
            <p:cNvPr id="149" name="Straight Connector 148">
              <a:extLst>
                <a:ext uri="{FF2B5EF4-FFF2-40B4-BE49-F238E27FC236}">
                  <a16:creationId xmlns:a16="http://schemas.microsoft.com/office/drawing/2014/main" id="{57FB4830-1AB6-1537-D99C-197E31A0DC9E}"/>
                </a:ext>
              </a:extLst>
            </p:cNvPr>
            <p:cNvCxnSpPr>
              <a:cxnSpLocks/>
            </p:cNvCxnSpPr>
            <p:nvPr/>
          </p:nvCxnSpPr>
          <p:spPr>
            <a:xfrm>
              <a:off x="7433669" y="6082782"/>
              <a:ext cx="3839165" cy="0"/>
            </a:xfrm>
            <a:prstGeom prst="line">
              <a:avLst/>
            </a:prstGeom>
            <a:noFill/>
            <a:ln w="22225" cap="flat" cmpd="sng" algn="ctr">
              <a:solidFill>
                <a:srgbClr val="000000"/>
              </a:solidFill>
              <a:prstDash val="solid"/>
              <a:miter lim="800000"/>
            </a:ln>
            <a:effectLst/>
          </p:spPr>
        </p:cxnSp>
        <p:cxnSp>
          <p:nvCxnSpPr>
            <p:cNvPr id="150" name="Straight Connector 149">
              <a:extLst>
                <a:ext uri="{FF2B5EF4-FFF2-40B4-BE49-F238E27FC236}">
                  <a16:creationId xmlns:a16="http://schemas.microsoft.com/office/drawing/2014/main" id="{298AF280-1745-3CA7-D879-3B83C3FD9A55}"/>
                </a:ext>
              </a:extLst>
            </p:cNvPr>
            <p:cNvCxnSpPr/>
            <p:nvPr/>
          </p:nvCxnSpPr>
          <p:spPr>
            <a:xfrm>
              <a:off x="7576029" y="5935146"/>
              <a:ext cx="0" cy="147636"/>
            </a:xfrm>
            <a:prstGeom prst="line">
              <a:avLst/>
            </a:prstGeom>
            <a:noFill/>
            <a:ln w="19050" cap="flat" cmpd="sng" algn="ctr">
              <a:solidFill>
                <a:srgbClr val="000000"/>
              </a:solidFill>
              <a:prstDash val="solid"/>
              <a:miter lim="800000"/>
            </a:ln>
            <a:effectLst/>
          </p:spPr>
        </p:cxnSp>
        <p:cxnSp>
          <p:nvCxnSpPr>
            <p:cNvPr id="151" name="Straight Connector 150">
              <a:extLst>
                <a:ext uri="{FF2B5EF4-FFF2-40B4-BE49-F238E27FC236}">
                  <a16:creationId xmlns:a16="http://schemas.microsoft.com/office/drawing/2014/main" id="{8768833A-BAEA-7D9C-7A0D-01EB5292C227}"/>
                </a:ext>
              </a:extLst>
            </p:cNvPr>
            <p:cNvCxnSpPr>
              <a:cxnSpLocks/>
            </p:cNvCxnSpPr>
            <p:nvPr/>
          </p:nvCxnSpPr>
          <p:spPr>
            <a:xfrm flipV="1">
              <a:off x="8513261" y="5943360"/>
              <a:ext cx="0" cy="152400"/>
            </a:xfrm>
            <a:prstGeom prst="line">
              <a:avLst/>
            </a:prstGeom>
            <a:noFill/>
            <a:ln w="19050" cap="flat" cmpd="sng" algn="ctr">
              <a:solidFill>
                <a:srgbClr val="000000"/>
              </a:solidFill>
              <a:prstDash val="solid"/>
              <a:miter lim="800000"/>
            </a:ln>
            <a:effectLst/>
          </p:spPr>
        </p:cxnSp>
        <p:cxnSp>
          <p:nvCxnSpPr>
            <p:cNvPr id="152" name="Straight Connector 151">
              <a:extLst>
                <a:ext uri="{FF2B5EF4-FFF2-40B4-BE49-F238E27FC236}">
                  <a16:creationId xmlns:a16="http://schemas.microsoft.com/office/drawing/2014/main" id="{35931CF0-4732-7733-3B58-2A7157BCCD12}"/>
                </a:ext>
              </a:extLst>
            </p:cNvPr>
            <p:cNvCxnSpPr>
              <a:cxnSpLocks/>
            </p:cNvCxnSpPr>
            <p:nvPr/>
          </p:nvCxnSpPr>
          <p:spPr>
            <a:xfrm flipV="1">
              <a:off x="9353251" y="5935699"/>
              <a:ext cx="0" cy="152400"/>
            </a:xfrm>
            <a:prstGeom prst="line">
              <a:avLst/>
            </a:prstGeom>
            <a:noFill/>
            <a:ln w="19050" cap="flat" cmpd="sng" algn="ctr">
              <a:solidFill>
                <a:srgbClr val="000000"/>
              </a:solidFill>
              <a:prstDash val="solid"/>
              <a:miter lim="800000"/>
            </a:ln>
            <a:effectLst/>
          </p:spPr>
        </p:cxnSp>
        <p:cxnSp>
          <p:nvCxnSpPr>
            <p:cNvPr id="153" name="Straight Connector 152">
              <a:extLst>
                <a:ext uri="{FF2B5EF4-FFF2-40B4-BE49-F238E27FC236}">
                  <a16:creationId xmlns:a16="http://schemas.microsoft.com/office/drawing/2014/main" id="{831EDDE2-BA77-7E9B-2A2A-2436F6043E4D}"/>
                </a:ext>
              </a:extLst>
            </p:cNvPr>
            <p:cNvCxnSpPr>
              <a:cxnSpLocks/>
            </p:cNvCxnSpPr>
            <p:nvPr/>
          </p:nvCxnSpPr>
          <p:spPr>
            <a:xfrm flipV="1">
              <a:off x="10140405" y="5930382"/>
              <a:ext cx="0" cy="152400"/>
            </a:xfrm>
            <a:prstGeom prst="line">
              <a:avLst/>
            </a:prstGeom>
            <a:noFill/>
            <a:ln w="19050" cap="flat" cmpd="sng" algn="ctr">
              <a:solidFill>
                <a:srgbClr val="000000"/>
              </a:solidFill>
              <a:prstDash val="solid"/>
              <a:miter lim="800000"/>
            </a:ln>
            <a:effectLst/>
          </p:spPr>
        </p:cxnSp>
        <p:cxnSp>
          <p:nvCxnSpPr>
            <p:cNvPr id="154" name="Straight Connector 153">
              <a:extLst>
                <a:ext uri="{FF2B5EF4-FFF2-40B4-BE49-F238E27FC236}">
                  <a16:creationId xmlns:a16="http://schemas.microsoft.com/office/drawing/2014/main" id="{ACA3A8DA-CE3E-AD17-F511-2A8ECA1E8975}"/>
                </a:ext>
              </a:extLst>
            </p:cNvPr>
            <p:cNvCxnSpPr>
              <a:cxnSpLocks/>
            </p:cNvCxnSpPr>
            <p:nvPr/>
          </p:nvCxnSpPr>
          <p:spPr>
            <a:xfrm flipV="1">
              <a:off x="11067098" y="5930382"/>
              <a:ext cx="0" cy="152400"/>
            </a:xfrm>
            <a:prstGeom prst="line">
              <a:avLst/>
            </a:prstGeom>
            <a:noFill/>
            <a:ln w="19050" cap="flat" cmpd="sng" algn="ctr">
              <a:solidFill>
                <a:srgbClr val="000000"/>
              </a:solidFill>
              <a:prstDash val="solid"/>
              <a:miter lim="800000"/>
            </a:ln>
            <a:effectLst/>
          </p:spPr>
        </p:cxnSp>
        <p:grpSp>
          <p:nvGrpSpPr>
            <p:cNvPr id="155" name="Group 154">
              <a:extLst>
                <a:ext uri="{FF2B5EF4-FFF2-40B4-BE49-F238E27FC236}">
                  <a16:creationId xmlns:a16="http://schemas.microsoft.com/office/drawing/2014/main" id="{ECE4E666-F9ED-B2A0-1BA2-8FF1DB21D93C}"/>
                </a:ext>
              </a:extLst>
            </p:cNvPr>
            <p:cNvGrpSpPr/>
            <p:nvPr/>
          </p:nvGrpSpPr>
          <p:grpSpPr>
            <a:xfrm>
              <a:off x="8718453" y="3381244"/>
              <a:ext cx="1108773" cy="451783"/>
              <a:chOff x="8519287" y="3365177"/>
              <a:chExt cx="1020417" cy="371475"/>
            </a:xfrm>
          </p:grpSpPr>
          <p:sp>
            <p:nvSpPr>
              <p:cNvPr id="156" name="Rectangle 155">
                <a:extLst>
                  <a:ext uri="{FF2B5EF4-FFF2-40B4-BE49-F238E27FC236}">
                    <a16:creationId xmlns:a16="http://schemas.microsoft.com/office/drawing/2014/main" id="{C28E5B06-BF3D-2C9A-C3B8-6F3A4708909E}"/>
                  </a:ext>
                </a:extLst>
              </p:cNvPr>
              <p:cNvSpPr/>
              <p:nvPr/>
            </p:nvSpPr>
            <p:spPr>
              <a:xfrm>
                <a:off x="8875152" y="3388048"/>
                <a:ext cx="664552" cy="325738"/>
              </a:xfrm>
              <a:prstGeom prst="rect">
                <a:avLst/>
              </a:prstGeom>
              <a:solidFill>
                <a:srgbClr val="FFFFFF"/>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Forma DJR Micro"/>
                    <a:ea typeface="+mn-ea"/>
                    <a:cs typeface="+mn-cs"/>
                  </a:rPr>
                  <a:t>Command Center</a:t>
                </a:r>
              </a:p>
            </p:txBody>
          </p:sp>
          <p:pic>
            <p:nvPicPr>
              <p:cNvPr id="157" name="Picture 156">
                <a:extLst>
                  <a:ext uri="{FF2B5EF4-FFF2-40B4-BE49-F238E27FC236}">
                    <a16:creationId xmlns:a16="http://schemas.microsoft.com/office/drawing/2014/main" id="{E72DE523-AAF1-4A4E-346C-61F5278726F9}"/>
                  </a:ext>
                </a:extLst>
              </p:cNvPr>
              <p:cNvPicPr>
                <a:picLocks noChangeAspect="1"/>
              </p:cNvPicPr>
              <p:nvPr/>
            </p:nvPicPr>
            <p:blipFill>
              <a:blip r:embed="rId11"/>
              <a:stretch>
                <a:fillRect/>
              </a:stretch>
            </p:blipFill>
            <p:spPr>
              <a:xfrm>
                <a:off x="8519287" y="3365177"/>
                <a:ext cx="352425" cy="371475"/>
              </a:xfrm>
              <a:prstGeom prst="rect">
                <a:avLst/>
              </a:prstGeom>
            </p:spPr>
          </p:pic>
        </p:grpSp>
        <p:grpSp>
          <p:nvGrpSpPr>
            <p:cNvPr id="158" name="Group 157">
              <a:extLst>
                <a:ext uri="{FF2B5EF4-FFF2-40B4-BE49-F238E27FC236}">
                  <a16:creationId xmlns:a16="http://schemas.microsoft.com/office/drawing/2014/main" id="{93414A64-F86A-8037-4C87-CA374E9255B9}"/>
                </a:ext>
              </a:extLst>
            </p:cNvPr>
            <p:cNvGrpSpPr/>
            <p:nvPr/>
          </p:nvGrpSpPr>
          <p:grpSpPr>
            <a:xfrm>
              <a:off x="7917305" y="2420026"/>
              <a:ext cx="1114862" cy="371475"/>
              <a:chOff x="8606958" y="3365177"/>
              <a:chExt cx="1114862" cy="371475"/>
            </a:xfrm>
          </p:grpSpPr>
          <p:sp>
            <p:nvSpPr>
              <p:cNvPr id="159" name="Rectangle 158">
                <a:extLst>
                  <a:ext uri="{FF2B5EF4-FFF2-40B4-BE49-F238E27FC236}">
                    <a16:creationId xmlns:a16="http://schemas.microsoft.com/office/drawing/2014/main" id="{775ECEE0-89A2-EC8E-C1E2-5A86BFCF4239}"/>
                  </a:ext>
                </a:extLst>
              </p:cNvPr>
              <p:cNvSpPr/>
              <p:nvPr/>
            </p:nvSpPr>
            <p:spPr>
              <a:xfrm>
                <a:off x="8695500" y="3388046"/>
                <a:ext cx="1026320" cy="325738"/>
              </a:xfrm>
              <a:prstGeom prst="rect">
                <a:avLst/>
              </a:prstGeom>
              <a:solidFill>
                <a:srgbClr val="FFFFFF"/>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Forma DJR Micro"/>
                    <a:ea typeface="+mn-ea"/>
                    <a:cs typeface="+mn-cs"/>
                  </a:rPr>
                  <a:t>App</a:t>
                </a:r>
                <a:br>
                  <a:rPr kumimoji="0" lang="en-US" sz="1100" b="1" i="0" u="none" strike="noStrike" kern="0" cap="none" spc="0" normalizeH="0" baseline="0" noProof="0" dirty="0">
                    <a:ln>
                      <a:noFill/>
                    </a:ln>
                    <a:solidFill>
                      <a:srgbClr val="000000"/>
                    </a:solidFill>
                    <a:effectLst/>
                    <a:uLnTx/>
                    <a:uFillTx/>
                    <a:latin typeface="Forma DJR Micro"/>
                    <a:ea typeface="+mn-ea"/>
                    <a:cs typeface="+mn-cs"/>
                  </a:rPr>
                </a:br>
                <a:r>
                  <a:rPr kumimoji="0" lang="en-US" sz="1100" b="1" i="0" u="none" strike="noStrike" kern="0" cap="none" spc="0" normalizeH="0" baseline="0" noProof="0" dirty="0">
                    <a:ln>
                      <a:noFill/>
                    </a:ln>
                    <a:solidFill>
                      <a:srgbClr val="000000"/>
                    </a:solidFill>
                    <a:effectLst/>
                    <a:uLnTx/>
                    <a:uFillTx/>
                    <a:latin typeface="Forma DJR Micro"/>
                    <a:ea typeface="+mn-ea"/>
                    <a:cs typeface="+mn-cs"/>
                  </a:rPr>
                  <a:t>Center</a:t>
                </a:r>
              </a:p>
            </p:txBody>
          </p:sp>
          <p:pic>
            <p:nvPicPr>
              <p:cNvPr id="160" name="Picture 159">
                <a:extLst>
                  <a:ext uri="{FF2B5EF4-FFF2-40B4-BE49-F238E27FC236}">
                    <a16:creationId xmlns:a16="http://schemas.microsoft.com/office/drawing/2014/main" id="{A6EE2E74-5BB7-0C53-A129-38F3609829A0}"/>
                  </a:ext>
                </a:extLst>
              </p:cNvPr>
              <p:cNvPicPr>
                <a:picLocks noChangeAspect="1"/>
              </p:cNvPicPr>
              <p:nvPr/>
            </p:nvPicPr>
            <p:blipFill>
              <a:blip r:embed="rId11"/>
              <a:stretch>
                <a:fillRect/>
              </a:stretch>
            </p:blipFill>
            <p:spPr>
              <a:xfrm>
                <a:off x="8606958" y="3365177"/>
                <a:ext cx="352425" cy="371475"/>
              </a:xfrm>
              <a:prstGeom prst="rect">
                <a:avLst/>
              </a:prstGeom>
            </p:spPr>
          </p:pic>
        </p:grpSp>
        <p:cxnSp>
          <p:nvCxnSpPr>
            <p:cNvPr id="161" name="Straight Arrow Connector 160">
              <a:extLst>
                <a:ext uri="{FF2B5EF4-FFF2-40B4-BE49-F238E27FC236}">
                  <a16:creationId xmlns:a16="http://schemas.microsoft.com/office/drawing/2014/main" id="{7F1355CF-74BE-4C1E-A0D0-C3C53B25FF20}"/>
                </a:ext>
              </a:extLst>
            </p:cNvPr>
            <p:cNvCxnSpPr>
              <a:stCxn id="123" idx="3"/>
              <a:endCxn id="160" idx="1"/>
            </p:cNvCxnSpPr>
            <p:nvPr/>
          </p:nvCxnSpPr>
          <p:spPr>
            <a:xfrm flipV="1">
              <a:off x="7100384" y="2605764"/>
              <a:ext cx="816921" cy="640273"/>
            </a:xfrm>
            <a:prstGeom prst="straightConnector1">
              <a:avLst/>
            </a:prstGeom>
            <a:noFill/>
            <a:ln w="9525" cap="flat" cmpd="sng" algn="ctr">
              <a:solidFill>
                <a:srgbClr val="000000"/>
              </a:solidFill>
              <a:prstDash val="solid"/>
              <a:miter lim="800000"/>
              <a:tailEnd type="triangle"/>
            </a:ln>
            <a:effectLst/>
          </p:spPr>
        </p:cxnSp>
        <p:sp>
          <p:nvSpPr>
            <p:cNvPr id="162" name="TextBox 161">
              <a:extLst>
                <a:ext uri="{FF2B5EF4-FFF2-40B4-BE49-F238E27FC236}">
                  <a16:creationId xmlns:a16="http://schemas.microsoft.com/office/drawing/2014/main" id="{04C5B410-F5F6-5E0C-FB9E-7C5029C00644}"/>
                </a:ext>
              </a:extLst>
            </p:cNvPr>
            <p:cNvSpPr txBox="1"/>
            <p:nvPr/>
          </p:nvSpPr>
          <p:spPr>
            <a:xfrm rot="19262808">
              <a:off x="6891279" y="2681983"/>
              <a:ext cx="1256250" cy="272457"/>
            </a:xfrm>
            <a:prstGeom prst="rect">
              <a:avLst/>
            </a:prstGeom>
            <a:noFill/>
          </p:spPr>
          <p:txBody>
            <a:bodyPr wrap="none" lIns="0" tIns="0" rIns="0" bIns="9144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rPr>
                <a:t>App publishing</a:t>
              </a:r>
            </a:p>
          </p:txBody>
        </p:sp>
        <p:sp>
          <p:nvSpPr>
            <p:cNvPr id="163" name="TextBox 162">
              <a:extLst>
                <a:ext uri="{FF2B5EF4-FFF2-40B4-BE49-F238E27FC236}">
                  <a16:creationId xmlns:a16="http://schemas.microsoft.com/office/drawing/2014/main" id="{B193F751-4EAF-5F1A-A629-0D140F535465}"/>
                </a:ext>
              </a:extLst>
            </p:cNvPr>
            <p:cNvSpPr txBox="1"/>
            <p:nvPr/>
          </p:nvSpPr>
          <p:spPr>
            <a:xfrm rot="19676789">
              <a:off x="7459989" y="4557891"/>
              <a:ext cx="914400" cy="361851"/>
            </a:xfrm>
            <a:prstGeom prst="rect">
              <a:avLst/>
            </a:prstGeom>
            <a:noFill/>
          </p:spPr>
          <p:txBody>
            <a:bodyPr wrap="none" lIns="0" tIns="0" rIns="0" bIns="9144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rPr>
                <a:t>Dealer A</a:t>
              </a:r>
            </a:p>
          </p:txBody>
        </p:sp>
        <p:sp>
          <p:nvSpPr>
            <p:cNvPr id="164" name="TextBox 163">
              <a:extLst>
                <a:ext uri="{FF2B5EF4-FFF2-40B4-BE49-F238E27FC236}">
                  <a16:creationId xmlns:a16="http://schemas.microsoft.com/office/drawing/2014/main" id="{EB113BD8-3975-6672-B6A1-5A63EBC09D99}"/>
                </a:ext>
              </a:extLst>
            </p:cNvPr>
            <p:cNvSpPr txBox="1"/>
            <p:nvPr/>
          </p:nvSpPr>
          <p:spPr>
            <a:xfrm rot="19676789">
              <a:off x="10704406" y="4492011"/>
              <a:ext cx="914400" cy="361851"/>
            </a:xfrm>
            <a:prstGeom prst="rect">
              <a:avLst/>
            </a:prstGeom>
            <a:noFill/>
          </p:spPr>
          <p:txBody>
            <a:bodyPr wrap="none" lIns="0" tIns="0" rIns="0" bIns="9144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rPr>
                <a:t>Dealer B</a:t>
              </a:r>
            </a:p>
          </p:txBody>
        </p:sp>
        <p:cxnSp>
          <p:nvCxnSpPr>
            <p:cNvPr id="165" name="Straight Arrow Connector 164">
              <a:extLst>
                <a:ext uri="{FF2B5EF4-FFF2-40B4-BE49-F238E27FC236}">
                  <a16:creationId xmlns:a16="http://schemas.microsoft.com/office/drawing/2014/main" id="{A9E2743B-A44C-0D85-122E-A11B7B749702}"/>
                </a:ext>
              </a:extLst>
            </p:cNvPr>
            <p:cNvCxnSpPr>
              <a:cxnSpLocks/>
            </p:cNvCxnSpPr>
            <p:nvPr/>
          </p:nvCxnSpPr>
          <p:spPr>
            <a:xfrm flipH="1">
              <a:off x="8400710" y="3974744"/>
              <a:ext cx="526667" cy="764072"/>
            </a:xfrm>
            <a:prstGeom prst="straightConnector1">
              <a:avLst/>
            </a:prstGeom>
            <a:noFill/>
            <a:ln w="15875" cap="flat" cmpd="sng" algn="ctr">
              <a:solidFill>
                <a:srgbClr val="000000"/>
              </a:solidFill>
              <a:prstDash val="solid"/>
              <a:miter lim="800000"/>
              <a:tailEnd type="triangle"/>
            </a:ln>
            <a:effectLst/>
          </p:spPr>
        </p:cxnSp>
        <p:cxnSp>
          <p:nvCxnSpPr>
            <p:cNvPr id="166" name="Straight Arrow Connector 165">
              <a:extLst>
                <a:ext uri="{FF2B5EF4-FFF2-40B4-BE49-F238E27FC236}">
                  <a16:creationId xmlns:a16="http://schemas.microsoft.com/office/drawing/2014/main" id="{F150A10A-EDA9-F401-4BEA-344E439C61F1}"/>
                </a:ext>
              </a:extLst>
            </p:cNvPr>
            <p:cNvCxnSpPr>
              <a:cxnSpLocks/>
            </p:cNvCxnSpPr>
            <p:nvPr/>
          </p:nvCxnSpPr>
          <p:spPr>
            <a:xfrm>
              <a:off x="9509645" y="3953593"/>
              <a:ext cx="630760" cy="719343"/>
            </a:xfrm>
            <a:prstGeom prst="straightConnector1">
              <a:avLst/>
            </a:prstGeom>
            <a:noFill/>
            <a:ln w="15875" cap="flat" cmpd="sng" algn="ctr">
              <a:solidFill>
                <a:srgbClr val="000000"/>
              </a:solidFill>
              <a:prstDash val="solid"/>
              <a:miter lim="800000"/>
              <a:tailEnd type="triangle"/>
            </a:ln>
            <a:effectLst/>
          </p:spPr>
        </p:cxnSp>
        <p:grpSp>
          <p:nvGrpSpPr>
            <p:cNvPr id="167" name="Group 166">
              <a:extLst>
                <a:ext uri="{FF2B5EF4-FFF2-40B4-BE49-F238E27FC236}">
                  <a16:creationId xmlns:a16="http://schemas.microsoft.com/office/drawing/2014/main" id="{946E353F-770F-0E26-4AFF-CF7B70D0E178}"/>
                </a:ext>
              </a:extLst>
            </p:cNvPr>
            <p:cNvGrpSpPr/>
            <p:nvPr/>
          </p:nvGrpSpPr>
          <p:grpSpPr>
            <a:xfrm>
              <a:off x="9738685" y="2415569"/>
              <a:ext cx="1114862" cy="371475"/>
              <a:chOff x="8606958" y="3365177"/>
              <a:chExt cx="1114862" cy="371475"/>
            </a:xfrm>
          </p:grpSpPr>
          <p:sp>
            <p:nvSpPr>
              <p:cNvPr id="168" name="Rectangle 167">
                <a:extLst>
                  <a:ext uri="{FF2B5EF4-FFF2-40B4-BE49-F238E27FC236}">
                    <a16:creationId xmlns:a16="http://schemas.microsoft.com/office/drawing/2014/main" id="{F0289A4E-23F1-44B7-E330-4CFC3992FD30}"/>
                  </a:ext>
                </a:extLst>
              </p:cNvPr>
              <p:cNvSpPr/>
              <p:nvPr/>
            </p:nvSpPr>
            <p:spPr>
              <a:xfrm>
                <a:off x="8695500" y="3388046"/>
                <a:ext cx="1026320" cy="325738"/>
              </a:xfrm>
              <a:prstGeom prst="rect">
                <a:avLst/>
              </a:prstGeom>
              <a:solidFill>
                <a:srgbClr val="FFFFFF"/>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Forma DJR Micro"/>
                    <a:ea typeface="+mn-ea"/>
                    <a:cs typeface="+mn-cs"/>
                  </a:rPr>
                  <a:t>License </a:t>
                </a:r>
                <a:br>
                  <a:rPr kumimoji="0" lang="en-US" sz="1100" b="1" i="0" u="none" strike="noStrike" kern="0" cap="none" spc="0" normalizeH="0" baseline="0" noProof="0" dirty="0">
                    <a:ln>
                      <a:noFill/>
                    </a:ln>
                    <a:solidFill>
                      <a:srgbClr val="000000"/>
                    </a:solidFill>
                    <a:effectLst/>
                    <a:uLnTx/>
                    <a:uFillTx/>
                    <a:latin typeface="Forma DJR Micro"/>
                    <a:ea typeface="+mn-ea"/>
                    <a:cs typeface="+mn-cs"/>
                  </a:rPr>
                </a:br>
                <a:r>
                  <a:rPr kumimoji="0" lang="en-US" sz="1100" b="1" i="0" u="none" strike="noStrike" kern="0" cap="none" spc="0" normalizeH="0" baseline="0" noProof="0" dirty="0">
                    <a:ln>
                      <a:noFill/>
                    </a:ln>
                    <a:solidFill>
                      <a:srgbClr val="000000"/>
                    </a:solidFill>
                    <a:effectLst/>
                    <a:uLnTx/>
                    <a:uFillTx/>
                    <a:latin typeface="Forma DJR Micro"/>
                    <a:ea typeface="+mn-ea"/>
                    <a:cs typeface="+mn-cs"/>
                  </a:rPr>
                  <a:t>Portal</a:t>
                </a:r>
              </a:p>
            </p:txBody>
          </p:sp>
          <p:pic>
            <p:nvPicPr>
              <p:cNvPr id="169" name="Picture 168">
                <a:extLst>
                  <a:ext uri="{FF2B5EF4-FFF2-40B4-BE49-F238E27FC236}">
                    <a16:creationId xmlns:a16="http://schemas.microsoft.com/office/drawing/2014/main" id="{8557D890-7559-A48D-8985-75B2AF5B12DF}"/>
                  </a:ext>
                </a:extLst>
              </p:cNvPr>
              <p:cNvPicPr>
                <a:picLocks noChangeAspect="1"/>
              </p:cNvPicPr>
              <p:nvPr/>
            </p:nvPicPr>
            <p:blipFill>
              <a:blip r:embed="rId11"/>
              <a:stretch>
                <a:fillRect/>
              </a:stretch>
            </p:blipFill>
            <p:spPr>
              <a:xfrm>
                <a:off x="8606958" y="3365177"/>
                <a:ext cx="352425" cy="371475"/>
              </a:xfrm>
              <a:prstGeom prst="rect">
                <a:avLst/>
              </a:prstGeom>
            </p:spPr>
          </p:pic>
        </p:grpSp>
        <p:pic>
          <p:nvPicPr>
            <p:cNvPr id="170" name="Graphic 169" descr="Cloud outline">
              <a:extLst>
                <a:ext uri="{FF2B5EF4-FFF2-40B4-BE49-F238E27FC236}">
                  <a16:creationId xmlns:a16="http://schemas.microsoft.com/office/drawing/2014/main" id="{A95C0F08-99A5-F632-CFB7-99CADE13858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05213" y="1986496"/>
              <a:ext cx="1314794" cy="1073061"/>
            </a:xfrm>
            <a:prstGeom prst="rect">
              <a:avLst/>
            </a:prstGeom>
          </p:spPr>
        </p:pic>
        <p:pic>
          <p:nvPicPr>
            <p:cNvPr id="171" name="Graphic 170" descr="Cloud outline">
              <a:extLst>
                <a:ext uri="{FF2B5EF4-FFF2-40B4-BE49-F238E27FC236}">
                  <a16:creationId xmlns:a16="http://schemas.microsoft.com/office/drawing/2014/main" id="{61EAB235-94B9-90C0-9B1B-83EB6576EEC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476824" y="1872131"/>
              <a:ext cx="1470634" cy="1251536"/>
            </a:xfrm>
            <a:prstGeom prst="rect">
              <a:avLst/>
            </a:prstGeom>
          </p:spPr>
        </p:pic>
        <p:pic>
          <p:nvPicPr>
            <p:cNvPr id="172" name="Graphic 171" descr="Cloud outline">
              <a:extLst>
                <a:ext uri="{FF2B5EF4-FFF2-40B4-BE49-F238E27FC236}">
                  <a16:creationId xmlns:a16="http://schemas.microsoft.com/office/drawing/2014/main" id="{F9F1D588-F061-6ADD-CC46-0071421F449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466921" y="2764177"/>
              <a:ext cx="1757912" cy="1414302"/>
            </a:xfrm>
            <a:prstGeom prst="rect">
              <a:avLst/>
            </a:prstGeom>
          </p:spPr>
        </p:pic>
        <p:sp>
          <p:nvSpPr>
            <p:cNvPr id="173" name="Oval 172">
              <a:extLst>
                <a:ext uri="{FF2B5EF4-FFF2-40B4-BE49-F238E27FC236}">
                  <a16:creationId xmlns:a16="http://schemas.microsoft.com/office/drawing/2014/main" id="{6D73EDE4-2122-6E06-A28D-AA90D77ECC62}"/>
                </a:ext>
              </a:extLst>
            </p:cNvPr>
            <p:cNvSpPr/>
            <p:nvPr/>
          </p:nvSpPr>
          <p:spPr>
            <a:xfrm>
              <a:off x="8722889" y="2314427"/>
              <a:ext cx="1197597" cy="1086957"/>
            </a:xfrm>
            <a:prstGeom prst="ellipse">
              <a:avLst/>
            </a:prstGeom>
            <a:noFill/>
            <a:ln w="152400" cap="flat" cmpd="sng" algn="ctr">
              <a:solidFill>
                <a:srgbClr val="A8CEFB">
                  <a:lumMod val="50000"/>
                  <a:alpha val="10000"/>
                </a:srgbClr>
              </a:solidFill>
              <a:prstDash val="solid"/>
              <a:miter lim="800000"/>
            </a:ln>
            <a:effectLst/>
          </p:spPr>
          <p:txBody>
            <a:bodyPr lIns="0" tIns="0" rIns="0" bIns="0" rtlCol="0" anchor="t" anchorCtr="0"/>
            <a:lstStyle/>
            <a:p>
              <a:pPr marL="0" marR="0" lvl="0" indent="0" defTabSz="914400" eaLnBrk="1" fontAlgn="auto" latinLnBrk="0" hangingPunct="1">
                <a:lnSpc>
                  <a:spcPct val="90000"/>
                </a:lnSpc>
                <a:spcBef>
                  <a:spcPts val="100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Forma DJR Micro"/>
                <a:ea typeface="+mn-ea"/>
                <a:cs typeface="+mn-cs"/>
              </a:endParaRPr>
            </a:p>
          </p:txBody>
        </p:sp>
      </p:grpSp>
      <p:sp>
        <p:nvSpPr>
          <p:cNvPr id="174" name="TextBox 173">
            <a:extLst>
              <a:ext uri="{FF2B5EF4-FFF2-40B4-BE49-F238E27FC236}">
                <a16:creationId xmlns:a16="http://schemas.microsoft.com/office/drawing/2014/main" id="{27FA3A84-AE2A-843F-8F33-63FB1F009836}"/>
              </a:ext>
            </a:extLst>
          </p:cNvPr>
          <p:cNvSpPr txBox="1"/>
          <p:nvPr/>
        </p:nvSpPr>
        <p:spPr>
          <a:xfrm>
            <a:off x="462071" y="1573945"/>
            <a:ext cx="6804483" cy="1885773"/>
          </a:xfrm>
          <a:prstGeom prst="rect">
            <a:avLst/>
          </a:prstGeom>
          <a:noFill/>
        </p:spPr>
        <p:txBody>
          <a:bodyPr wrap="square" lIns="0" tIns="0" rIns="0" bIns="0" rtlCol="0">
            <a:spAutoFit/>
          </a:bodyPr>
          <a:lstStyle/>
          <a:p>
            <a:pPr>
              <a:lnSpc>
                <a:spcPct val="150000"/>
              </a:lnSpc>
              <a:spcBef>
                <a:spcPts val="1000"/>
              </a:spcBef>
            </a:pPr>
            <a:r>
              <a:rPr lang="en-US" sz="2400" b="1" kern="0" dirty="0">
                <a:solidFill>
                  <a:srgbClr val="000000"/>
                </a:solidFill>
              </a:rPr>
              <a:t>Definition</a:t>
            </a:r>
          </a:p>
          <a:p>
            <a:pPr>
              <a:lnSpc>
                <a:spcPct val="150000"/>
              </a:lnSpc>
              <a:spcBef>
                <a:spcPts val="1000"/>
              </a:spcBef>
            </a:pPr>
            <a:r>
              <a:rPr lang="en-US" b="1" dirty="0"/>
              <a:t>HP Workpath</a:t>
            </a:r>
            <a:r>
              <a:rPr lang="en-US" dirty="0"/>
              <a:t> is an </a:t>
            </a:r>
            <a:r>
              <a:rPr lang="en-US" b="1" dirty="0"/>
              <a:t>Android OS-based extensibility platform</a:t>
            </a:r>
            <a:r>
              <a:rPr lang="en-US" dirty="0"/>
              <a:t> that allows easy customization of MFP functions and seamless integration with other solutions.</a:t>
            </a:r>
            <a:endParaRPr lang="en-US" sz="3000" dirty="0"/>
          </a:p>
        </p:txBody>
      </p:sp>
      <p:sp>
        <p:nvSpPr>
          <p:cNvPr id="176" name="TextBox 175">
            <a:extLst>
              <a:ext uri="{FF2B5EF4-FFF2-40B4-BE49-F238E27FC236}">
                <a16:creationId xmlns:a16="http://schemas.microsoft.com/office/drawing/2014/main" id="{AF4D85BE-B1F4-0352-0C8C-C20CF00F33BE}"/>
              </a:ext>
            </a:extLst>
          </p:cNvPr>
          <p:cNvSpPr txBox="1"/>
          <p:nvPr/>
        </p:nvSpPr>
        <p:spPr>
          <a:xfrm>
            <a:off x="417929" y="3883879"/>
            <a:ext cx="7175501" cy="1993110"/>
          </a:xfrm>
          <a:prstGeom prst="rect">
            <a:avLst/>
          </a:prstGeom>
          <a:noFill/>
        </p:spPr>
        <p:txBody>
          <a:bodyPr wrap="square" lIns="0" tIns="0" rIns="0" bIns="0" rtlCol="0">
            <a:spAutoFit/>
          </a:bodyPr>
          <a:lstStyle/>
          <a:p>
            <a:pPr>
              <a:lnSpc>
                <a:spcPct val="150000"/>
              </a:lnSpc>
              <a:spcBef>
                <a:spcPts val="1000"/>
              </a:spcBef>
            </a:pPr>
            <a:r>
              <a:rPr lang="en-US" sz="2400" b="1" kern="0" dirty="0">
                <a:solidFill>
                  <a:srgbClr val="000000"/>
                </a:solidFill>
              </a:rPr>
              <a:t>Ecosystem</a:t>
            </a:r>
            <a:endParaRPr lang="en-US" sz="2400" b="1" dirty="0"/>
          </a:p>
          <a:p>
            <a:pPr marL="285750" indent="-285750">
              <a:lnSpc>
                <a:spcPct val="150000"/>
              </a:lnSpc>
              <a:buFont typeface="Arial" panose="020B0604020202020204" pitchFamily="34" charset="0"/>
              <a:buChar char="•"/>
            </a:pPr>
            <a:r>
              <a:rPr lang="en-US" sz="1600" dirty="0"/>
              <a:t>3rd-party developers build Workpath apps and deploy them to HP App Center</a:t>
            </a:r>
          </a:p>
          <a:p>
            <a:pPr marL="285750" indent="-285750">
              <a:lnSpc>
                <a:spcPct val="150000"/>
              </a:lnSpc>
              <a:buFont typeface="Arial" panose="020B0604020202020204" pitchFamily="34" charset="0"/>
              <a:buChar char="•"/>
            </a:pPr>
            <a:r>
              <a:rPr lang="en-US" sz="1600" dirty="0"/>
              <a:t>Dealers install the required apps onto MFPs via HP Command Center.</a:t>
            </a:r>
          </a:p>
          <a:p>
            <a:pPr marL="285750" indent="-285750">
              <a:lnSpc>
                <a:spcPct val="150000"/>
              </a:lnSpc>
              <a:buFont typeface="Arial" panose="020B0604020202020204" pitchFamily="34" charset="0"/>
              <a:buChar char="•"/>
            </a:pPr>
            <a:r>
              <a:rPr lang="en-US" sz="1600" dirty="0"/>
              <a:t>Apps installed on the MFP easily integrate with the Workpath Platform and Device Firmware, leveraging the device's built-in services (Scan, Print, Copy, Auth, etc.).</a:t>
            </a:r>
          </a:p>
        </p:txBody>
      </p:sp>
    </p:spTree>
    <p:extLst>
      <p:ext uri="{BB962C8B-B14F-4D97-AF65-F5344CB8AC3E}">
        <p14:creationId xmlns:p14="http://schemas.microsoft.com/office/powerpoint/2010/main" val="2376146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4" y="527050"/>
            <a:ext cx="8306977" cy="920750"/>
          </a:xfrm>
        </p:spPr>
        <p:txBody>
          <a:bodyPr/>
          <a:lstStyle/>
          <a:p>
            <a:r>
              <a:rPr lang="en-US" dirty="0"/>
              <a:t>Workpath Platform</a:t>
            </a:r>
            <a:br>
              <a:rPr lang="en-US" dirty="0"/>
            </a:br>
            <a:r>
              <a:rPr lang="en-US" sz="2400" dirty="0"/>
              <a:t>Layered Architecture</a:t>
            </a:r>
            <a:endParaRPr lang="en-US" sz="3600" dirty="0">
              <a:solidFill>
                <a:schemeClr val="bg1">
                  <a:lumMod val="50000"/>
                </a:schemeClr>
              </a:solidFill>
            </a:endParaRPr>
          </a:p>
        </p:txBody>
      </p:sp>
      <p:grpSp>
        <p:nvGrpSpPr>
          <p:cNvPr id="3" name="Group 2">
            <a:extLst>
              <a:ext uri="{FF2B5EF4-FFF2-40B4-BE49-F238E27FC236}">
                <a16:creationId xmlns:a16="http://schemas.microsoft.com/office/drawing/2014/main" id="{717ECBAA-D94F-AB4B-1937-76A90C4E5037}"/>
              </a:ext>
            </a:extLst>
          </p:cNvPr>
          <p:cNvGrpSpPr/>
          <p:nvPr/>
        </p:nvGrpSpPr>
        <p:grpSpPr>
          <a:xfrm>
            <a:off x="990901" y="1592494"/>
            <a:ext cx="10210197" cy="4356243"/>
            <a:chOff x="298806" y="1572374"/>
            <a:chExt cx="11913070" cy="5211395"/>
          </a:xfrm>
        </p:grpSpPr>
        <p:sp>
          <p:nvSpPr>
            <p:cNvPr id="61" name="Rectangle 60">
              <a:extLst>
                <a:ext uri="{FF2B5EF4-FFF2-40B4-BE49-F238E27FC236}">
                  <a16:creationId xmlns:a16="http://schemas.microsoft.com/office/drawing/2014/main" id="{DCB20D61-4B17-8431-C1D6-3F69E52B6FFD}"/>
                </a:ext>
              </a:extLst>
            </p:cNvPr>
            <p:cNvSpPr/>
            <p:nvPr/>
          </p:nvSpPr>
          <p:spPr>
            <a:xfrm>
              <a:off x="2930886" y="1734640"/>
              <a:ext cx="2819431" cy="761999"/>
            </a:xfrm>
            <a:prstGeom prst="rect">
              <a:avLst/>
            </a:prstGeom>
            <a:solidFill>
              <a:sysClr val="window" lastClr="FFFFFF"/>
            </a:solidFill>
            <a:ln w="12700" cap="flat" cmpd="sng" algn="ctr">
              <a:solidFill>
                <a:sysClr val="window" lastClr="FFFFFF">
                  <a:lumMod val="50000"/>
                </a:sysClr>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200" b="0" i="0" u="none" strike="noStrike" kern="0" cap="none" spc="0" normalizeH="0" baseline="0" noProof="0" dirty="0">
                  <a:ln>
                    <a:noFill/>
                  </a:ln>
                  <a:solidFill>
                    <a:srgbClr val="7F7F7F"/>
                  </a:solidFill>
                  <a:effectLst/>
                  <a:uLnTx/>
                  <a:uFillTx/>
                  <a:latin typeface="Forma DJR Micro"/>
                  <a:ea typeface="+mn-ea"/>
                  <a:cs typeface="+mn-cs"/>
                </a:rPr>
                <a:t>Workpath Apps</a:t>
              </a:r>
            </a:p>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8E569"/>
                </a:solidFill>
                <a:effectLst/>
                <a:uLnTx/>
                <a:uFillTx/>
                <a:latin typeface="Forma DJR Micro"/>
                <a:ea typeface="+mn-ea"/>
                <a:cs typeface="+mn-cs"/>
              </a:endParaRPr>
            </a:p>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8E569"/>
                </a:solidFill>
                <a:effectLst/>
                <a:uLnTx/>
                <a:uFillTx/>
                <a:latin typeface="Forma DJR Micro"/>
                <a:ea typeface="+mn-ea"/>
                <a:cs typeface="+mn-cs"/>
              </a:endParaRPr>
            </a:p>
          </p:txBody>
        </p:sp>
        <p:cxnSp>
          <p:nvCxnSpPr>
            <p:cNvPr id="62" name="Connector: Elbow 20">
              <a:extLst>
                <a:ext uri="{FF2B5EF4-FFF2-40B4-BE49-F238E27FC236}">
                  <a16:creationId xmlns:a16="http://schemas.microsoft.com/office/drawing/2014/main" id="{28AF4117-A4B1-F9AB-DEEC-6BB34A48BBBC}"/>
                </a:ext>
              </a:extLst>
            </p:cNvPr>
            <p:cNvCxnSpPr>
              <a:cxnSpLocks/>
              <a:stCxn id="78" idx="1"/>
              <a:endCxn id="72" idx="3"/>
            </p:cNvCxnSpPr>
            <p:nvPr/>
          </p:nvCxnSpPr>
          <p:spPr>
            <a:xfrm rot="10800000" flipV="1">
              <a:off x="2603080" y="3705351"/>
              <a:ext cx="563470" cy="216"/>
            </a:xfrm>
            <a:prstGeom prst="bentConnector3">
              <a:avLst>
                <a:gd name="adj1" fmla="val 50000"/>
              </a:avLst>
            </a:prstGeom>
            <a:noFill/>
            <a:ln w="12700" cap="flat" cmpd="sng" algn="ctr">
              <a:solidFill>
                <a:sysClr val="windowText" lastClr="000000"/>
              </a:solidFill>
              <a:prstDash val="solid"/>
              <a:miter lim="800000"/>
              <a:tailEnd type="triangle"/>
            </a:ln>
            <a:effectLst/>
          </p:spPr>
        </p:cxnSp>
        <p:cxnSp>
          <p:nvCxnSpPr>
            <p:cNvPr id="63" name="Connector: Elbow 33">
              <a:extLst>
                <a:ext uri="{FF2B5EF4-FFF2-40B4-BE49-F238E27FC236}">
                  <a16:creationId xmlns:a16="http://schemas.microsoft.com/office/drawing/2014/main" id="{0C49680D-3287-7133-78FD-7B1AFA60BE25}"/>
                </a:ext>
              </a:extLst>
            </p:cNvPr>
            <p:cNvCxnSpPr>
              <a:cxnSpLocks/>
              <a:stCxn id="78" idx="2"/>
              <a:endCxn id="73" idx="0"/>
            </p:cNvCxnSpPr>
            <p:nvPr/>
          </p:nvCxnSpPr>
          <p:spPr>
            <a:xfrm rot="5400000">
              <a:off x="2648134" y="3085116"/>
              <a:ext cx="211606" cy="1962214"/>
            </a:xfrm>
            <a:prstGeom prst="bentConnector3">
              <a:avLst>
                <a:gd name="adj1" fmla="val 50000"/>
              </a:avLst>
            </a:prstGeom>
            <a:noFill/>
            <a:ln w="12700" cap="flat" cmpd="sng" algn="ctr">
              <a:solidFill>
                <a:srgbClr val="0096D6"/>
              </a:solidFill>
              <a:prstDash val="solid"/>
              <a:miter lim="800000"/>
              <a:headEnd type="triangle" w="med" len="med"/>
              <a:tailEnd type="triangle" w="med" len="med"/>
            </a:ln>
            <a:effectLst/>
          </p:spPr>
        </p:cxnSp>
        <p:cxnSp>
          <p:nvCxnSpPr>
            <p:cNvPr id="64" name="Connector: Elbow 60">
              <a:extLst>
                <a:ext uri="{FF2B5EF4-FFF2-40B4-BE49-F238E27FC236}">
                  <a16:creationId xmlns:a16="http://schemas.microsoft.com/office/drawing/2014/main" id="{367C0389-4F50-759B-14D1-B880524C55AD}"/>
                </a:ext>
              </a:extLst>
            </p:cNvPr>
            <p:cNvCxnSpPr>
              <a:cxnSpLocks/>
              <a:stCxn id="77" idx="1"/>
              <a:endCxn id="74" idx="3"/>
            </p:cNvCxnSpPr>
            <p:nvPr/>
          </p:nvCxnSpPr>
          <p:spPr>
            <a:xfrm rot="10800000">
              <a:off x="2559811" y="5093166"/>
              <a:ext cx="562377" cy="314"/>
            </a:xfrm>
            <a:prstGeom prst="bentConnector3">
              <a:avLst/>
            </a:prstGeom>
            <a:noFill/>
            <a:ln w="12700" cap="flat" cmpd="sng" algn="ctr">
              <a:solidFill>
                <a:srgbClr val="0096D6"/>
              </a:solidFill>
              <a:prstDash val="solid"/>
              <a:miter lim="800000"/>
              <a:headEnd type="triangle" w="med" len="med"/>
              <a:tailEnd type="triangle" w="med" len="med"/>
            </a:ln>
            <a:effectLst/>
          </p:spPr>
        </p:cxnSp>
        <p:cxnSp>
          <p:nvCxnSpPr>
            <p:cNvPr id="65" name="Connector: Elbow 91">
              <a:extLst>
                <a:ext uri="{FF2B5EF4-FFF2-40B4-BE49-F238E27FC236}">
                  <a16:creationId xmlns:a16="http://schemas.microsoft.com/office/drawing/2014/main" id="{B171F994-3B3F-7CC7-783F-3B3F2B96FE79}"/>
                </a:ext>
              </a:extLst>
            </p:cNvPr>
            <p:cNvCxnSpPr>
              <a:cxnSpLocks/>
              <a:stCxn id="79" idx="2"/>
              <a:endCxn id="73" idx="3"/>
            </p:cNvCxnSpPr>
            <p:nvPr/>
          </p:nvCxnSpPr>
          <p:spPr>
            <a:xfrm rot="5400000">
              <a:off x="3557516" y="2979558"/>
              <a:ext cx="373824" cy="2335547"/>
            </a:xfrm>
            <a:prstGeom prst="bentConnector2">
              <a:avLst/>
            </a:prstGeom>
            <a:noFill/>
            <a:ln w="12700" cap="flat" cmpd="sng" algn="ctr">
              <a:solidFill>
                <a:srgbClr val="0096D6"/>
              </a:solidFill>
              <a:prstDash val="solid"/>
              <a:miter lim="800000"/>
              <a:headEnd type="triangle" w="med" len="med"/>
              <a:tailEnd type="triangle" w="med" len="med"/>
            </a:ln>
            <a:effectLst/>
          </p:spPr>
        </p:cxnSp>
        <p:cxnSp>
          <p:nvCxnSpPr>
            <p:cNvPr id="66" name="Straight Connector 65">
              <a:extLst>
                <a:ext uri="{FF2B5EF4-FFF2-40B4-BE49-F238E27FC236}">
                  <a16:creationId xmlns:a16="http://schemas.microsoft.com/office/drawing/2014/main" id="{DA6748D0-754D-A6BD-2189-9250A568BBA9}"/>
                </a:ext>
              </a:extLst>
            </p:cNvPr>
            <p:cNvCxnSpPr>
              <a:cxnSpLocks/>
            </p:cNvCxnSpPr>
            <p:nvPr/>
          </p:nvCxnSpPr>
          <p:spPr>
            <a:xfrm flipH="1">
              <a:off x="393871" y="2571433"/>
              <a:ext cx="5471109" cy="0"/>
            </a:xfrm>
            <a:prstGeom prst="line">
              <a:avLst/>
            </a:prstGeom>
            <a:noFill/>
            <a:ln w="6350" cap="flat" cmpd="sng" algn="ctr">
              <a:solidFill>
                <a:sysClr val="windowText" lastClr="000000"/>
              </a:solidFill>
              <a:prstDash val="lgDash"/>
              <a:miter lim="800000"/>
            </a:ln>
            <a:effectLst/>
          </p:spPr>
        </p:cxnSp>
        <p:sp>
          <p:nvSpPr>
            <p:cNvPr id="67" name="Rectangle 66">
              <a:extLst>
                <a:ext uri="{FF2B5EF4-FFF2-40B4-BE49-F238E27FC236}">
                  <a16:creationId xmlns:a16="http://schemas.microsoft.com/office/drawing/2014/main" id="{D2971E47-C4DF-0070-5852-A370E3525304}"/>
                </a:ext>
              </a:extLst>
            </p:cNvPr>
            <p:cNvSpPr/>
            <p:nvPr/>
          </p:nvSpPr>
          <p:spPr>
            <a:xfrm>
              <a:off x="459765" y="5766897"/>
              <a:ext cx="5290552" cy="591592"/>
            </a:xfrm>
            <a:prstGeom prst="rect">
              <a:avLst/>
            </a:prstGeom>
            <a:solidFill>
              <a:sysClr val="windowText" lastClr="000000">
                <a:lumMod val="50000"/>
                <a:lumOff val="50000"/>
              </a:sysClr>
            </a:solidFill>
            <a:ln w="1905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1" i="0" u="none" strike="noStrike" kern="0" cap="none" spc="0" normalizeH="0" baseline="0" noProof="0">
                  <a:ln>
                    <a:noFill/>
                  </a:ln>
                  <a:solidFill>
                    <a:prstClr val="white"/>
                  </a:solidFill>
                  <a:effectLst/>
                  <a:uLnTx/>
                  <a:uFillTx/>
                  <a:latin typeface="Forma DJR Micro"/>
                  <a:ea typeface="+mn-ea"/>
                  <a:cs typeface="+mn-cs"/>
                </a:rPr>
                <a:t>Kernel, Drivers</a:t>
              </a:r>
            </a:p>
          </p:txBody>
        </p:sp>
        <p:sp>
          <p:nvSpPr>
            <p:cNvPr id="68" name="TextBox 67">
              <a:extLst>
                <a:ext uri="{FF2B5EF4-FFF2-40B4-BE49-F238E27FC236}">
                  <a16:creationId xmlns:a16="http://schemas.microsoft.com/office/drawing/2014/main" id="{AF900855-5D0C-2DB1-E0E3-D58336518E9C}"/>
                </a:ext>
              </a:extLst>
            </p:cNvPr>
            <p:cNvSpPr txBox="1"/>
            <p:nvPr/>
          </p:nvSpPr>
          <p:spPr>
            <a:xfrm>
              <a:off x="4611773" y="5476234"/>
              <a:ext cx="1253207" cy="293420"/>
            </a:xfrm>
            <a:prstGeom prst="rect">
              <a:avLst/>
            </a:prstGeom>
            <a:noFill/>
          </p:spPr>
          <p:txBody>
            <a:bodyPr wrap="square" rtlCol="0">
              <a:spAutoFit/>
            </a:bodyPr>
            <a:lstStyle/>
            <a:p>
              <a:r>
                <a:rPr lang="en-US" altLang="ko-KR" sz="1000" dirty="0">
                  <a:solidFill>
                    <a:prstClr val="black"/>
                  </a:solidFill>
                  <a:latin typeface="Abadi" panose="020B0604020104020204" pitchFamily="34" charset="0"/>
                  <a:ea typeface="Cambria" panose="02040503050406030204" pitchFamily="18" charset="0"/>
                </a:rPr>
                <a:t>Linux Container</a:t>
              </a:r>
              <a:endParaRPr lang="ko-KR" altLang="en-US" sz="1000" dirty="0">
                <a:solidFill>
                  <a:prstClr val="black"/>
                </a:solidFill>
                <a:latin typeface="Abadi" panose="020B0604020104020204" pitchFamily="34" charset="0"/>
              </a:endParaRPr>
            </a:p>
          </p:txBody>
        </p:sp>
        <p:sp>
          <p:nvSpPr>
            <p:cNvPr id="69" name="Rectangle 68">
              <a:extLst>
                <a:ext uri="{FF2B5EF4-FFF2-40B4-BE49-F238E27FC236}">
                  <a16:creationId xmlns:a16="http://schemas.microsoft.com/office/drawing/2014/main" id="{EC36D07F-8B15-1CD5-86C2-5432CDA55C59}"/>
                </a:ext>
              </a:extLst>
            </p:cNvPr>
            <p:cNvSpPr/>
            <p:nvPr/>
          </p:nvSpPr>
          <p:spPr>
            <a:xfrm>
              <a:off x="298806" y="1572374"/>
              <a:ext cx="5797194" cy="4953000"/>
            </a:xfrm>
            <a:prstGeom prst="rect">
              <a:avLst/>
            </a:prstGeom>
            <a:noFill/>
            <a:ln w="1905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p:txBody>
        </p:sp>
        <p:sp>
          <p:nvSpPr>
            <p:cNvPr id="70" name="TextBox 69">
              <a:extLst>
                <a:ext uri="{FF2B5EF4-FFF2-40B4-BE49-F238E27FC236}">
                  <a16:creationId xmlns:a16="http://schemas.microsoft.com/office/drawing/2014/main" id="{95E2E5CD-0609-DA81-4626-5396D93765AC}"/>
                </a:ext>
              </a:extLst>
            </p:cNvPr>
            <p:cNvSpPr txBox="1"/>
            <p:nvPr/>
          </p:nvSpPr>
          <p:spPr>
            <a:xfrm>
              <a:off x="4538740" y="6481458"/>
              <a:ext cx="1648700" cy="302311"/>
            </a:xfrm>
            <a:prstGeom prst="rect">
              <a:avLst/>
            </a:prstGeom>
            <a:noFill/>
          </p:spPr>
          <p:txBody>
            <a:bodyPr wrap="square" rtlCol="0">
              <a:spAutoFit/>
            </a:bodyPr>
            <a:lstStyle/>
            <a:p>
              <a:r>
                <a:rPr lang="en-US" altLang="ko-KR" sz="1050" dirty="0">
                  <a:solidFill>
                    <a:prstClr val="black"/>
                  </a:solidFill>
                  <a:latin typeface="Abadi" panose="020B0604020104020204" pitchFamily="34" charset="0"/>
                  <a:ea typeface="Cambria" panose="02040503050406030204" pitchFamily="18" charset="0"/>
                </a:rPr>
                <a:t>HP Enterprise Device</a:t>
              </a:r>
              <a:endParaRPr lang="ko-KR" altLang="en-US" sz="1050" dirty="0">
                <a:solidFill>
                  <a:prstClr val="black"/>
                </a:solidFill>
                <a:latin typeface="Abadi" panose="020B0604020104020204" pitchFamily="34" charset="0"/>
              </a:endParaRPr>
            </a:p>
          </p:txBody>
        </p:sp>
        <p:sp>
          <p:nvSpPr>
            <p:cNvPr id="71" name="Rectangle 70">
              <a:extLst>
                <a:ext uri="{FF2B5EF4-FFF2-40B4-BE49-F238E27FC236}">
                  <a16:creationId xmlns:a16="http://schemas.microsoft.com/office/drawing/2014/main" id="{B2D7DE8A-C90B-7650-0378-3D0A7A5B7A29}"/>
                </a:ext>
              </a:extLst>
            </p:cNvPr>
            <p:cNvSpPr/>
            <p:nvPr/>
          </p:nvSpPr>
          <p:spPr>
            <a:xfrm>
              <a:off x="459764" y="2685816"/>
              <a:ext cx="2343384" cy="2971438"/>
            </a:xfrm>
            <a:prstGeom prst="rect">
              <a:avLst/>
            </a:prstGeom>
            <a:noFill/>
            <a:ln w="1905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r>
                <a:rPr kumimoji="0" lang="en-GB" sz="1200" b="1" i="0" u="none" strike="noStrike" kern="0" cap="none" spc="0" normalizeH="0" baseline="0" noProof="0" dirty="0">
                  <a:ln>
                    <a:noFill/>
                  </a:ln>
                  <a:solidFill>
                    <a:prstClr val="black"/>
                  </a:solidFill>
                  <a:effectLst/>
                  <a:uLnTx/>
                  <a:uFillTx/>
                  <a:latin typeface="Forma DJR Micro"/>
                  <a:ea typeface="+mn-ea"/>
                  <a:cs typeface="+mn-cs"/>
                </a:rPr>
                <a:t>DUNE </a:t>
              </a:r>
              <a:r>
                <a:rPr kumimoji="0" lang="en-US" sz="1200" b="1" i="0" u="none" strike="noStrike" kern="0" cap="none" spc="0" normalizeH="0" baseline="0" noProof="0" dirty="0">
                  <a:ln>
                    <a:noFill/>
                  </a:ln>
                  <a:solidFill>
                    <a:prstClr val="black"/>
                  </a:solidFill>
                  <a:effectLst/>
                  <a:uLnTx/>
                  <a:uFillTx/>
                  <a:latin typeface="Forma DJR Micro"/>
                  <a:ea typeface="+mn-ea"/>
                  <a:cs typeface="+mn-cs"/>
                </a:rPr>
                <a:t>FW</a:t>
              </a:r>
              <a:endParaRPr kumimoji="0" lang="en-GB" sz="1200" b="1"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p:txBody>
        </p:sp>
        <p:sp>
          <p:nvSpPr>
            <p:cNvPr id="72" name="Rectangle 71">
              <a:extLst>
                <a:ext uri="{FF2B5EF4-FFF2-40B4-BE49-F238E27FC236}">
                  <a16:creationId xmlns:a16="http://schemas.microsoft.com/office/drawing/2014/main" id="{4780D082-C18B-E8A8-CF66-DD7D5D1FE2BD}"/>
                </a:ext>
              </a:extLst>
            </p:cNvPr>
            <p:cNvSpPr/>
            <p:nvPr/>
          </p:nvSpPr>
          <p:spPr>
            <a:xfrm>
              <a:off x="944478" y="3543350"/>
              <a:ext cx="1658602" cy="324434"/>
            </a:xfrm>
            <a:prstGeom prst="rect">
              <a:avLst/>
            </a:prstGeom>
            <a:solidFill>
              <a:sysClr val="window" lastClr="FFFFFF"/>
            </a:solidFill>
            <a:ln w="1270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dirty="0">
                  <a:ln>
                    <a:noFill/>
                  </a:ln>
                  <a:solidFill>
                    <a:prstClr val="black"/>
                  </a:solidFill>
                  <a:effectLst/>
                  <a:uLnTx/>
                  <a:uFillTx/>
                  <a:latin typeface="Forma DJR Micro"/>
                  <a:ea typeface="+mn-ea"/>
                  <a:cs typeface="+mn-cs"/>
                </a:rPr>
                <a:t>Public:  CDM/E2</a:t>
              </a:r>
            </a:p>
          </p:txBody>
        </p:sp>
        <p:sp>
          <p:nvSpPr>
            <p:cNvPr id="73" name="Rectangle 72">
              <a:extLst>
                <a:ext uri="{FF2B5EF4-FFF2-40B4-BE49-F238E27FC236}">
                  <a16:creationId xmlns:a16="http://schemas.microsoft.com/office/drawing/2014/main" id="{AA49373A-57E0-1B60-0220-4F5047EF96FD}"/>
                </a:ext>
              </a:extLst>
            </p:cNvPr>
            <p:cNvSpPr/>
            <p:nvPr/>
          </p:nvSpPr>
          <p:spPr>
            <a:xfrm>
              <a:off x="969006" y="4172026"/>
              <a:ext cx="1607648" cy="324434"/>
            </a:xfrm>
            <a:prstGeom prst="rect">
              <a:avLst/>
            </a:prstGeom>
            <a:solidFill>
              <a:sysClr val="window" lastClr="FFFFFF"/>
            </a:solidFill>
            <a:ln w="1270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dirty="0">
                  <a:ln>
                    <a:noFill/>
                  </a:ln>
                  <a:solidFill>
                    <a:prstClr val="black"/>
                  </a:solidFill>
                  <a:effectLst/>
                  <a:uLnTx/>
                  <a:uFillTx/>
                  <a:latin typeface="Forma DJR Micro"/>
                  <a:ea typeface="+mn-ea"/>
                  <a:cs typeface="+mn-cs"/>
                </a:rPr>
                <a:t>Internal : WP </a:t>
              </a:r>
              <a:r>
                <a:rPr kumimoji="0" lang="en-US" sz="1050" b="0" i="0" u="none" strike="noStrike" kern="0" cap="none" spc="0" normalizeH="0" baseline="0" noProof="0" dirty="0">
                  <a:ln>
                    <a:noFill/>
                  </a:ln>
                  <a:solidFill>
                    <a:prstClr val="black"/>
                  </a:solidFill>
                  <a:effectLst/>
                  <a:uLnTx/>
                  <a:uFillTx/>
                  <a:latin typeface="Forma DJR Micro"/>
                  <a:ea typeface="+mn-ea"/>
                  <a:cs typeface="+mn-cs"/>
                </a:rPr>
                <a:t>Interop</a:t>
              </a:r>
              <a:endParaRPr kumimoji="0" lang="en-GB" sz="1050" b="0" i="0" u="none" strike="noStrike" kern="0" cap="none" spc="0" normalizeH="0" baseline="0" noProof="0" dirty="0">
                <a:ln>
                  <a:noFill/>
                </a:ln>
                <a:solidFill>
                  <a:prstClr val="black"/>
                </a:solidFill>
                <a:effectLst/>
                <a:uLnTx/>
                <a:uFillTx/>
                <a:latin typeface="Forma DJR Micro"/>
                <a:ea typeface="+mn-ea"/>
                <a:cs typeface="+mn-cs"/>
              </a:endParaRPr>
            </a:p>
          </p:txBody>
        </p:sp>
        <p:sp>
          <p:nvSpPr>
            <p:cNvPr id="74" name="Rectangle 73">
              <a:extLst>
                <a:ext uri="{FF2B5EF4-FFF2-40B4-BE49-F238E27FC236}">
                  <a16:creationId xmlns:a16="http://schemas.microsoft.com/office/drawing/2014/main" id="{908054E7-0166-815C-0D6A-95C751643486}"/>
                </a:ext>
              </a:extLst>
            </p:cNvPr>
            <p:cNvSpPr/>
            <p:nvPr/>
          </p:nvSpPr>
          <p:spPr>
            <a:xfrm>
              <a:off x="952163" y="4930949"/>
              <a:ext cx="1607647" cy="324434"/>
            </a:xfrm>
            <a:prstGeom prst="rect">
              <a:avLst/>
            </a:prstGeom>
            <a:solidFill>
              <a:sysClr val="window" lastClr="FFFFFF"/>
            </a:solidFill>
            <a:ln w="1270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latin typeface="Forma DJR Micro"/>
                  <a:ea typeface="+mn-ea"/>
                  <a:cs typeface="+mn-cs"/>
                </a:rPr>
                <a:t>Network</a:t>
              </a:r>
            </a:p>
          </p:txBody>
        </p:sp>
        <p:sp>
          <p:nvSpPr>
            <p:cNvPr id="75" name="Rectangle 74">
              <a:extLst>
                <a:ext uri="{FF2B5EF4-FFF2-40B4-BE49-F238E27FC236}">
                  <a16:creationId xmlns:a16="http://schemas.microsoft.com/office/drawing/2014/main" id="{C0396B87-47E0-FDF8-C10B-7A90BD2C2BAA}"/>
                </a:ext>
              </a:extLst>
            </p:cNvPr>
            <p:cNvSpPr/>
            <p:nvPr/>
          </p:nvSpPr>
          <p:spPr>
            <a:xfrm>
              <a:off x="2930886" y="2685816"/>
              <a:ext cx="2819431" cy="2971433"/>
            </a:xfrm>
            <a:prstGeom prst="rect">
              <a:avLst/>
            </a:prstGeom>
            <a:noFill/>
            <a:ln w="19050" cap="flat" cmpd="sng" algn="ctr">
              <a:solidFill>
                <a:srgbClr val="006600"/>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algn="r" defTabSz="914400" eaLnBrk="1" fontAlgn="auto" latinLnBrk="0" hangingPunct="1">
                <a:lnSpc>
                  <a:spcPct val="90000"/>
                </a:lnSpc>
                <a:spcBef>
                  <a:spcPts val="0"/>
                </a:spcBef>
                <a:spcAft>
                  <a:spcPts val="0"/>
                </a:spcAft>
                <a:buClrTx/>
                <a:buSzTx/>
                <a:buFontTx/>
                <a:buNone/>
                <a:tabLst/>
                <a:defRPr/>
              </a:pPr>
              <a:r>
                <a:rPr kumimoji="0" lang="en-GB" sz="1200" b="1" i="0" u="none" strike="noStrike" kern="0" cap="none" spc="0" normalizeH="0" baseline="0" noProof="0" dirty="0">
                  <a:ln>
                    <a:noFill/>
                  </a:ln>
                  <a:solidFill>
                    <a:srgbClr val="006600"/>
                  </a:solidFill>
                  <a:effectLst/>
                  <a:uLnTx/>
                  <a:uFillTx/>
                  <a:latin typeface="Forma DJR Micro"/>
                  <a:ea typeface="+mn-ea"/>
                  <a:cs typeface="+mn-cs"/>
                </a:rPr>
                <a:t>HP Workpath Platform</a:t>
              </a: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p:txBody>
        </p:sp>
        <p:sp>
          <p:nvSpPr>
            <p:cNvPr id="76" name="Rectangle 75">
              <a:extLst>
                <a:ext uri="{FF2B5EF4-FFF2-40B4-BE49-F238E27FC236}">
                  <a16:creationId xmlns:a16="http://schemas.microsoft.com/office/drawing/2014/main" id="{15F1452A-E92F-5584-A88D-80F05D44FB9A}"/>
                </a:ext>
              </a:extLst>
            </p:cNvPr>
            <p:cNvSpPr/>
            <p:nvPr/>
          </p:nvSpPr>
          <p:spPr>
            <a:xfrm>
              <a:off x="2991059" y="4500997"/>
              <a:ext cx="2641700" cy="964283"/>
            </a:xfrm>
            <a:prstGeom prst="rect">
              <a:avLst/>
            </a:prstGeom>
            <a:noFill/>
            <a:ln w="19050" cap="flat" cmpd="sng" algn="ctr">
              <a:solidFill>
                <a:srgbClr val="006600"/>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algn="r" defTabSz="914400" eaLnBrk="1" fontAlgn="auto" latinLnBrk="0" hangingPunct="1">
                <a:lnSpc>
                  <a:spcPct val="9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006600"/>
                  </a:solidFill>
                  <a:effectLst/>
                  <a:uLnTx/>
                  <a:uFillTx/>
                  <a:latin typeface="Forma DJR Micro"/>
                  <a:ea typeface="+mn-ea"/>
                  <a:cs typeface="+mn-cs"/>
                </a:rPr>
                <a:t>Workpath Framework</a:t>
              </a: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p:txBody>
        </p:sp>
        <p:sp>
          <p:nvSpPr>
            <p:cNvPr id="77" name="Rectangle 76">
              <a:extLst>
                <a:ext uri="{FF2B5EF4-FFF2-40B4-BE49-F238E27FC236}">
                  <a16:creationId xmlns:a16="http://schemas.microsoft.com/office/drawing/2014/main" id="{2F47CA9B-FACE-230F-A15F-2AAC11296C8F}"/>
                </a:ext>
              </a:extLst>
            </p:cNvPr>
            <p:cNvSpPr/>
            <p:nvPr/>
          </p:nvSpPr>
          <p:spPr>
            <a:xfrm>
              <a:off x="3122187" y="4786935"/>
              <a:ext cx="2322661" cy="613090"/>
            </a:xfrm>
            <a:prstGeom prst="rect">
              <a:avLst/>
            </a:prstGeom>
            <a:solidFill>
              <a:srgbClr val="008000"/>
            </a:solidFill>
            <a:ln w="19050" cap="flat" cmpd="sng" algn="ctr">
              <a:solidFill>
                <a:srgbClr val="006600"/>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1" i="0" u="none" strike="noStrike" kern="0" cap="none" spc="0" normalizeH="0" baseline="0" noProof="0" dirty="0">
                  <a:ln>
                    <a:noFill/>
                  </a:ln>
                  <a:solidFill>
                    <a:prstClr val="white"/>
                  </a:solidFill>
                  <a:effectLst/>
                  <a:uLnTx/>
                  <a:uFillTx/>
                  <a:latin typeface="Forma DJR Micro"/>
                  <a:ea typeface="+mn-ea"/>
                  <a:cs typeface="+mn-cs"/>
                </a:rPr>
                <a:t>Android</a:t>
              </a:r>
            </a:p>
          </p:txBody>
        </p:sp>
        <p:sp>
          <p:nvSpPr>
            <p:cNvPr id="78" name="Rectangle 77">
              <a:extLst>
                <a:ext uri="{FF2B5EF4-FFF2-40B4-BE49-F238E27FC236}">
                  <a16:creationId xmlns:a16="http://schemas.microsoft.com/office/drawing/2014/main" id="{AD2E7EF7-137C-C629-F56A-B686703DA836}"/>
                </a:ext>
              </a:extLst>
            </p:cNvPr>
            <p:cNvSpPr/>
            <p:nvPr/>
          </p:nvSpPr>
          <p:spPr>
            <a:xfrm>
              <a:off x="3166550" y="3450281"/>
              <a:ext cx="1136988" cy="510139"/>
            </a:xfrm>
            <a:prstGeom prst="rect">
              <a:avLst/>
            </a:prstGeom>
            <a:solidFill>
              <a:srgbClr val="008000"/>
            </a:solidFill>
            <a:ln>
              <a:solidFill>
                <a:srgbClr val="006600"/>
              </a:solidFill>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altLang="ko-KR" sz="1050" b="1" i="0" u="none" strike="noStrike" kern="0" cap="none" spc="0" normalizeH="0" baseline="0" noProof="0" dirty="0">
                  <a:ln>
                    <a:noFill/>
                  </a:ln>
                  <a:solidFill>
                    <a:prstClr val="white"/>
                  </a:solidFill>
                  <a:effectLst/>
                  <a:uLnTx/>
                  <a:uFillTx/>
                  <a:latin typeface="Forma DJR Micro"/>
                  <a:ea typeface="+mn-ea"/>
                  <a:cs typeface="+mn-cs"/>
                </a:rPr>
                <a:t>Workpath</a:t>
              </a:r>
              <a:r>
                <a:rPr kumimoji="0" lang="en-GB" sz="1050" b="1" i="0" u="none" strike="noStrike" kern="0" cap="none" spc="0" normalizeH="0" baseline="0" noProof="0" dirty="0">
                  <a:ln>
                    <a:noFill/>
                  </a:ln>
                  <a:solidFill>
                    <a:prstClr val="white"/>
                  </a:solidFill>
                  <a:effectLst/>
                  <a:uLnTx/>
                  <a:uFillTx/>
                  <a:latin typeface="Forma DJR Micro"/>
                  <a:ea typeface="+mn-ea"/>
                  <a:cs typeface="+mn-cs"/>
                </a:rPr>
                <a:t> Services</a:t>
              </a:r>
            </a:p>
          </p:txBody>
        </p:sp>
        <p:sp>
          <p:nvSpPr>
            <p:cNvPr id="79" name="Rectangle 78">
              <a:extLst>
                <a:ext uri="{FF2B5EF4-FFF2-40B4-BE49-F238E27FC236}">
                  <a16:creationId xmlns:a16="http://schemas.microsoft.com/office/drawing/2014/main" id="{4C4D8305-75D9-94D5-1F69-9B4A19838745}"/>
                </a:ext>
              </a:extLst>
            </p:cNvPr>
            <p:cNvSpPr/>
            <p:nvPr/>
          </p:nvSpPr>
          <p:spPr>
            <a:xfrm>
              <a:off x="4379552" y="3450280"/>
              <a:ext cx="1065297" cy="510139"/>
            </a:xfrm>
            <a:prstGeom prst="rect">
              <a:avLst/>
            </a:prstGeom>
            <a:solidFill>
              <a:srgbClr val="008000"/>
            </a:solidFill>
            <a:ln>
              <a:solidFill>
                <a:srgbClr val="006600"/>
              </a:solidFill>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altLang="ko-KR" sz="1050" b="1" i="0" u="none" strike="noStrike" kern="0" cap="none" spc="0" normalizeH="0" baseline="0" noProof="0" dirty="0">
                  <a:ln>
                    <a:noFill/>
                  </a:ln>
                  <a:solidFill>
                    <a:prstClr val="white"/>
                  </a:solidFill>
                  <a:effectLst/>
                  <a:uLnTx/>
                  <a:uFillTx/>
                  <a:latin typeface="Forma DJR Micro"/>
                  <a:ea typeface="+mn-ea"/>
                  <a:cs typeface="+mn-cs"/>
                </a:rPr>
                <a:t>Workpath</a:t>
              </a:r>
              <a:endParaRPr kumimoji="0" lang="en-GB" sz="1050" b="1" i="0" u="none" strike="noStrike" kern="0" cap="none" spc="0" normalizeH="0" baseline="0" noProof="0" dirty="0">
                <a:ln>
                  <a:noFill/>
                </a:ln>
                <a:solidFill>
                  <a:prstClr val="white"/>
                </a:solidFill>
                <a:effectLst/>
                <a:uLnTx/>
                <a:uFillTx/>
                <a:latin typeface="Forma DJR Micro"/>
                <a:ea typeface="+mn-ea"/>
                <a:cs typeface="+mn-cs"/>
              </a:endParaRPr>
            </a:p>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1" i="0" u="none" strike="noStrike" kern="0" cap="none" spc="0" normalizeH="0" baseline="0" noProof="0" dirty="0">
                  <a:ln>
                    <a:noFill/>
                  </a:ln>
                  <a:solidFill>
                    <a:prstClr val="white"/>
                  </a:solidFill>
                  <a:effectLst/>
                  <a:uLnTx/>
                  <a:uFillTx/>
                  <a:latin typeface="Forma DJR Micro"/>
                  <a:ea typeface="+mn-ea"/>
                  <a:cs typeface="+mn-cs"/>
                </a:rPr>
                <a:t>System</a:t>
              </a:r>
            </a:p>
          </p:txBody>
        </p:sp>
        <p:sp>
          <p:nvSpPr>
            <p:cNvPr id="80" name="Rectangle 79">
              <a:extLst>
                <a:ext uri="{FF2B5EF4-FFF2-40B4-BE49-F238E27FC236}">
                  <a16:creationId xmlns:a16="http://schemas.microsoft.com/office/drawing/2014/main" id="{14D2C610-8E8C-1339-3D1F-080FE746DF03}"/>
                </a:ext>
              </a:extLst>
            </p:cNvPr>
            <p:cNvSpPr/>
            <p:nvPr/>
          </p:nvSpPr>
          <p:spPr>
            <a:xfrm>
              <a:off x="3021002" y="3081573"/>
              <a:ext cx="2595750" cy="1035565"/>
            </a:xfrm>
            <a:prstGeom prst="rect">
              <a:avLst/>
            </a:prstGeom>
            <a:noFill/>
            <a:ln w="19050" cap="flat" cmpd="sng" algn="ctr">
              <a:solidFill>
                <a:srgbClr val="006600"/>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algn="r" defTabSz="914400" eaLnBrk="1" fontAlgn="auto" latinLnBrk="0" hangingPunct="1">
                <a:lnSpc>
                  <a:spcPct val="9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006600"/>
                  </a:solidFill>
                  <a:effectLst/>
                  <a:uLnTx/>
                  <a:uFillTx/>
                  <a:latin typeface="Forma DJR Micro"/>
                  <a:ea typeface="+mn-ea"/>
                  <a:cs typeface="+mn-cs"/>
                </a:rPr>
                <a:t>Workpath Service Platform</a:t>
              </a: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p:txBody>
        </p:sp>
        <p:sp>
          <p:nvSpPr>
            <p:cNvPr id="81" name="Right Brace 80">
              <a:extLst>
                <a:ext uri="{FF2B5EF4-FFF2-40B4-BE49-F238E27FC236}">
                  <a16:creationId xmlns:a16="http://schemas.microsoft.com/office/drawing/2014/main" id="{B4F46193-325C-67AC-2504-B7D16287627E}"/>
                </a:ext>
              </a:extLst>
            </p:cNvPr>
            <p:cNvSpPr/>
            <p:nvPr/>
          </p:nvSpPr>
          <p:spPr>
            <a:xfrm>
              <a:off x="6087321" y="2685816"/>
              <a:ext cx="366643" cy="2961735"/>
            </a:xfrm>
            <a:prstGeom prst="rightBrace">
              <a:avLst>
                <a:gd name="adj1" fmla="val 26665"/>
                <a:gd name="adj2" fmla="val 50580"/>
              </a:avLst>
            </a:prstGeom>
            <a:noFill/>
            <a:ln w="31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Forma DJR Micro"/>
                <a:ea typeface="+mn-ea"/>
                <a:cs typeface="+mn-cs"/>
              </a:endParaRPr>
            </a:p>
          </p:txBody>
        </p:sp>
        <p:sp>
          <p:nvSpPr>
            <p:cNvPr id="82" name="TextBox 81">
              <a:extLst>
                <a:ext uri="{FF2B5EF4-FFF2-40B4-BE49-F238E27FC236}">
                  <a16:creationId xmlns:a16="http://schemas.microsoft.com/office/drawing/2014/main" id="{04C96189-FACF-7393-19EC-BF6CB1B053E4}"/>
                </a:ext>
              </a:extLst>
            </p:cNvPr>
            <p:cNvSpPr txBox="1"/>
            <p:nvPr/>
          </p:nvSpPr>
          <p:spPr>
            <a:xfrm>
              <a:off x="6476777" y="4099384"/>
              <a:ext cx="932289" cy="227253"/>
            </a:xfrm>
            <a:prstGeom prst="rect">
              <a:avLst/>
            </a:prstGeom>
            <a:noFill/>
          </p:spPr>
          <p:txBody>
            <a:bodyPr wrap="none" lIns="0" tIns="0" rIns="0" bIns="0" rtlCol="0" anchor="ctr">
              <a:no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dirty="0">
                  <a:ln>
                    <a:noFill/>
                  </a:ln>
                  <a:solidFill>
                    <a:prstClr val="black"/>
                  </a:solidFill>
                  <a:effectLst/>
                  <a:uLnTx/>
                  <a:uFillTx/>
                </a:rPr>
                <a:t>Firmware</a:t>
              </a:r>
            </a:p>
          </p:txBody>
        </p:sp>
        <p:sp>
          <p:nvSpPr>
            <p:cNvPr id="83" name="Right Brace 82">
              <a:extLst>
                <a:ext uri="{FF2B5EF4-FFF2-40B4-BE49-F238E27FC236}">
                  <a16:creationId xmlns:a16="http://schemas.microsoft.com/office/drawing/2014/main" id="{B0D4DA4E-4456-307E-963B-C01E94ACE898}"/>
                </a:ext>
              </a:extLst>
            </p:cNvPr>
            <p:cNvSpPr/>
            <p:nvPr/>
          </p:nvSpPr>
          <p:spPr>
            <a:xfrm>
              <a:off x="6087321" y="1750698"/>
              <a:ext cx="366643" cy="751728"/>
            </a:xfrm>
            <a:prstGeom prst="rightBrace">
              <a:avLst>
                <a:gd name="adj1" fmla="val 26665"/>
                <a:gd name="adj2" fmla="val 50580"/>
              </a:avLst>
            </a:prstGeom>
            <a:noFill/>
            <a:ln w="31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Forma DJR Micro"/>
                <a:ea typeface="+mn-ea"/>
                <a:cs typeface="+mn-cs"/>
              </a:endParaRPr>
            </a:p>
          </p:txBody>
        </p:sp>
        <p:sp>
          <p:nvSpPr>
            <p:cNvPr id="84" name="TextBox 83">
              <a:extLst>
                <a:ext uri="{FF2B5EF4-FFF2-40B4-BE49-F238E27FC236}">
                  <a16:creationId xmlns:a16="http://schemas.microsoft.com/office/drawing/2014/main" id="{B04D5852-4350-7BAC-F38D-76068533DB10}"/>
                </a:ext>
              </a:extLst>
            </p:cNvPr>
            <p:cNvSpPr txBox="1"/>
            <p:nvPr/>
          </p:nvSpPr>
          <p:spPr>
            <a:xfrm>
              <a:off x="6572600" y="1940973"/>
              <a:ext cx="932290" cy="461869"/>
            </a:xfrm>
            <a:prstGeom prst="rect">
              <a:avLst/>
            </a:prstGeom>
            <a:noFill/>
          </p:spPr>
          <p:txBody>
            <a:bodyPr wrap="none" lIns="0" tIns="0" rIns="0" bIns="0" rtlCol="0" anchor="ctr">
              <a:no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rPr>
                <a:t>Installed</a:t>
              </a:r>
            </a:p>
            <a:p>
              <a:pPr marL="0" marR="0" lvl="0" indent="0"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rPr>
                <a:t>Apps.</a:t>
              </a:r>
            </a:p>
          </p:txBody>
        </p:sp>
        <p:sp>
          <p:nvSpPr>
            <p:cNvPr id="85" name="Right Brace 84">
              <a:extLst>
                <a:ext uri="{FF2B5EF4-FFF2-40B4-BE49-F238E27FC236}">
                  <a16:creationId xmlns:a16="http://schemas.microsoft.com/office/drawing/2014/main" id="{4576D033-EAA9-60FD-A703-D22C0B022FAF}"/>
                </a:ext>
              </a:extLst>
            </p:cNvPr>
            <p:cNvSpPr/>
            <p:nvPr/>
          </p:nvSpPr>
          <p:spPr>
            <a:xfrm>
              <a:off x="6097393" y="5757197"/>
              <a:ext cx="366643" cy="751729"/>
            </a:xfrm>
            <a:prstGeom prst="rightBrace">
              <a:avLst>
                <a:gd name="adj1" fmla="val 26665"/>
                <a:gd name="adj2" fmla="val 50580"/>
              </a:avLst>
            </a:prstGeom>
            <a:noFill/>
            <a:ln w="31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Forma DJR Micro"/>
                <a:ea typeface="+mn-ea"/>
                <a:cs typeface="+mn-cs"/>
              </a:endParaRPr>
            </a:p>
          </p:txBody>
        </p:sp>
        <p:sp>
          <p:nvSpPr>
            <p:cNvPr id="86" name="TextBox 85">
              <a:extLst>
                <a:ext uri="{FF2B5EF4-FFF2-40B4-BE49-F238E27FC236}">
                  <a16:creationId xmlns:a16="http://schemas.microsoft.com/office/drawing/2014/main" id="{D4DF31E4-1A18-08D9-BC39-ED03A0AC4623}"/>
                </a:ext>
              </a:extLst>
            </p:cNvPr>
            <p:cNvSpPr txBox="1"/>
            <p:nvPr/>
          </p:nvSpPr>
          <p:spPr>
            <a:xfrm>
              <a:off x="6572600" y="6023179"/>
              <a:ext cx="932289" cy="227253"/>
            </a:xfrm>
            <a:prstGeom prst="rect">
              <a:avLst/>
            </a:prstGeom>
            <a:noFill/>
          </p:spPr>
          <p:txBody>
            <a:bodyPr wrap="none" lIns="0" tIns="0" rIns="0" bIns="0" rtlCol="0" anchor="ctr">
              <a:no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rPr>
                <a:t>kernel</a:t>
              </a:r>
            </a:p>
          </p:txBody>
        </p:sp>
        <p:sp>
          <p:nvSpPr>
            <p:cNvPr id="87" name="TextBox 86">
              <a:extLst>
                <a:ext uri="{FF2B5EF4-FFF2-40B4-BE49-F238E27FC236}">
                  <a16:creationId xmlns:a16="http://schemas.microsoft.com/office/drawing/2014/main" id="{A8A62B0C-90AD-C0CC-57CB-C6D854847C9D}"/>
                </a:ext>
              </a:extLst>
            </p:cNvPr>
            <p:cNvSpPr txBox="1"/>
            <p:nvPr/>
          </p:nvSpPr>
          <p:spPr>
            <a:xfrm>
              <a:off x="7325644" y="1885959"/>
              <a:ext cx="4886232" cy="4881355"/>
            </a:xfrm>
            <a:prstGeom prst="rect">
              <a:avLst/>
            </a:prstGeom>
            <a:noFill/>
          </p:spPr>
          <p:txBody>
            <a:bodyPr wrap="square" lIns="0" tIns="0" rIns="0" bIns="0" rtlCol="0">
              <a:noAutofit/>
            </a:bodyPr>
            <a:lstStyle/>
            <a:p>
              <a:pPr marL="285664" marR="0" lvl="0"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altLang="ko-KR" sz="1400" b="0" i="0" u="none" strike="noStrike" kern="0" cap="none" spc="0" normalizeH="0" baseline="0" noProof="0" dirty="0">
                  <a:ln>
                    <a:noFill/>
                  </a:ln>
                  <a:solidFill>
                    <a:srgbClr val="0096D6"/>
                  </a:solidFill>
                  <a:effectLst/>
                  <a:uLnTx/>
                  <a:uFillTx/>
                </a:rPr>
                <a:t>HP Workpath SDK library </a:t>
              </a:r>
              <a:r>
                <a:rPr kumimoji="0" lang="en-GB" altLang="ko-KR" sz="1400" b="0" i="0" u="none" strike="noStrike" kern="0" cap="none" spc="0" normalizeH="0" baseline="0" noProof="0" dirty="0">
                  <a:ln>
                    <a:noFill/>
                  </a:ln>
                  <a:solidFill>
                    <a:prstClr val="black"/>
                  </a:solidFill>
                  <a:effectLst/>
                  <a:uLnTx/>
                  <a:uFillTx/>
                </a:rPr>
                <a:t>in Solution Apps</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altLang="ko-KR" sz="1100" b="0" i="0" u="none" strike="noStrike" kern="0" cap="none" spc="0" normalizeH="0" baseline="0" noProof="0" dirty="0">
                  <a:ln>
                    <a:noFill/>
                  </a:ln>
                  <a:solidFill>
                    <a:prstClr val="black"/>
                  </a:solidFill>
                  <a:effectLst/>
                  <a:uLnTx/>
                  <a:uFillTx/>
                </a:rPr>
                <a:t>Common for both JEDI/JOLT and DUNE</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altLang="ko-KR" sz="1100" b="0" i="0" u="none" strike="noStrike" kern="0" cap="none" spc="0" normalizeH="0" baseline="0" noProof="0" dirty="0">
                  <a:ln>
                    <a:noFill/>
                  </a:ln>
                  <a:solidFill>
                    <a:prstClr val="black"/>
                  </a:solidFill>
                  <a:effectLst/>
                  <a:uLnTx/>
                  <a:uFillTx/>
                </a:rPr>
                <a:t>Invokes Workpath services</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rPr>
                <a:t>Provide device functions to apps</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prstClr val="black"/>
                </a:solidFill>
                <a:effectLst/>
                <a:uLnTx/>
                <a:uFillTx/>
              </a:endParaRPr>
            </a:p>
            <a:p>
              <a:pPr marL="285664" marR="0" lvl="0"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96D6"/>
                  </a:solidFill>
                  <a:effectLst/>
                  <a:uLnTx/>
                  <a:uFillTx/>
                </a:rPr>
                <a:t>HP Workpath Platform</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Workpath Services</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sz="1100" b="0" i="0" u="none" strike="noStrike" kern="0" cap="none" spc="0" normalizeH="0" baseline="0" noProof="0" dirty="0">
                  <a:ln>
                    <a:noFill/>
                  </a:ln>
                  <a:solidFill>
                    <a:prstClr val="black"/>
                  </a:solidFill>
                  <a:effectLst/>
                  <a:uLnTx/>
                  <a:uFillTx/>
                </a:rPr>
                <a:t>Implement Workpath API services for apps</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sz="1100" b="0" i="0" u="none" strike="noStrike" kern="0" cap="none" spc="0" normalizeH="0" baseline="0" noProof="0" dirty="0">
                  <a:ln>
                    <a:noFill/>
                  </a:ln>
                  <a:solidFill>
                    <a:prstClr val="black"/>
                  </a:solidFill>
                  <a:effectLst/>
                  <a:uLnTx/>
                  <a:uFillTx/>
                </a:rPr>
                <a:t>Interacts with DUNE via E2/CDM interfaces to provide device functions</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ko-KR" sz="1400" b="0" i="0" u="none" strike="noStrike" kern="0" cap="none" spc="0" normalizeH="0" baseline="0" noProof="0" dirty="0">
                  <a:ln>
                    <a:noFill/>
                  </a:ln>
                  <a:solidFill>
                    <a:prstClr val="black"/>
                  </a:solidFill>
                  <a:effectLst/>
                  <a:uLnTx/>
                  <a:uFillTx/>
                </a:rPr>
                <a:t>Workpath</a:t>
              </a:r>
              <a:r>
                <a:rPr kumimoji="0" lang="en-US" sz="1400" b="0" i="0" u="none" strike="noStrike" kern="0" cap="none" spc="0" normalizeH="0" baseline="0" noProof="0" dirty="0">
                  <a:ln>
                    <a:noFill/>
                  </a:ln>
                  <a:solidFill>
                    <a:prstClr val="black"/>
                  </a:solidFill>
                  <a:effectLst/>
                  <a:uLnTx/>
                  <a:uFillTx/>
                </a:rPr>
                <a:t> System</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altLang="ko-KR" sz="1100" b="0" i="0" u="none" strike="noStrike" kern="0" cap="none" spc="0" normalizeH="0" baseline="0" noProof="0" dirty="0">
                  <a:ln>
                    <a:noFill/>
                  </a:ln>
                  <a:solidFill>
                    <a:prstClr val="black"/>
                  </a:solidFill>
                  <a:effectLst/>
                  <a:uLnTx/>
                  <a:uFillTx/>
                </a:rPr>
                <a:t>Manage</a:t>
              </a:r>
              <a:r>
                <a:rPr kumimoji="0" lang="en-US" sz="1100" b="0" i="0" u="none" strike="noStrike" kern="0" cap="none" spc="0" normalizeH="0" baseline="0" noProof="0" dirty="0">
                  <a:ln>
                    <a:noFill/>
                  </a:ln>
                  <a:solidFill>
                    <a:prstClr val="black"/>
                  </a:solidFill>
                  <a:effectLst/>
                  <a:uLnTx/>
                  <a:uFillTx/>
                </a:rPr>
                <a:t> app </a:t>
              </a:r>
              <a:r>
                <a:rPr kumimoji="0" lang="en-US" altLang="ko-KR" sz="1100" b="0" i="0" u="none" strike="noStrike" kern="0" cap="none" spc="0" normalizeH="0" baseline="0" noProof="0" dirty="0">
                  <a:ln>
                    <a:noFill/>
                  </a:ln>
                  <a:solidFill>
                    <a:prstClr val="black"/>
                  </a:solidFill>
                  <a:effectLst/>
                  <a:uLnTx/>
                  <a:uFillTx/>
                </a:rPr>
                <a:t>installation , </a:t>
              </a:r>
              <a:r>
                <a:rPr kumimoji="0" lang="en-US" sz="1100" b="0" i="0" u="none" strike="noStrike" kern="0" cap="none" spc="0" normalizeH="0" baseline="0" noProof="0" dirty="0">
                  <a:ln>
                    <a:noFill/>
                  </a:ln>
                  <a:solidFill>
                    <a:prstClr val="black"/>
                  </a:solidFill>
                  <a:effectLst/>
                  <a:uLnTx/>
                  <a:uFillTx/>
                </a:rPr>
                <a:t>launch processes, licensing</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sz="1100" b="0" i="0" u="none" strike="noStrike" kern="0" cap="none" spc="0" normalizeH="0" baseline="0" noProof="0" dirty="0">
                  <a:ln>
                    <a:noFill/>
                  </a:ln>
                  <a:solidFill>
                    <a:prstClr val="black"/>
                  </a:solidFill>
                  <a:effectLst/>
                  <a:uLnTx/>
                  <a:uFillTx/>
                </a:rPr>
                <a:t>Handles device events and status monitoring</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altLang="ko-KR" sz="1100" b="0" i="0" u="none" strike="noStrike" kern="0" cap="none" spc="0" normalizeH="0" baseline="0" noProof="0" dirty="0">
                  <a:ln>
                    <a:noFill/>
                  </a:ln>
                  <a:solidFill>
                    <a:prstClr val="black"/>
                  </a:solidFill>
                  <a:effectLst/>
                  <a:uLnTx/>
                  <a:uFillTx/>
                </a:rPr>
                <a:t>Interacts with DUNE via private interop interfaces </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sz="1100" b="0" i="0" u="none" strike="noStrike" kern="0" cap="none" spc="0" normalizeH="0" baseline="0" noProof="0" dirty="0">
                  <a:ln>
                    <a:noFill/>
                  </a:ln>
                  <a:solidFill>
                    <a:prstClr val="black"/>
                  </a:solidFill>
                  <a:effectLst/>
                  <a:uLnTx/>
                  <a:uFillTx/>
                </a:rPr>
                <a:t>Supports logging for diagnostics</a:t>
              </a:r>
            </a:p>
            <a:p>
              <a:pPr marL="742590"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0" cap="none" spc="0" normalizeH="0" baseline="0" noProof="0" dirty="0">
                  <a:ln>
                    <a:noFill/>
                  </a:ln>
                  <a:solidFill>
                    <a:prstClr val="black"/>
                  </a:solidFill>
                  <a:effectLst/>
                  <a:uLnTx/>
                  <a:uFillTx/>
                </a:rPr>
                <a:t>Workpath Framework : Android 12</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GB" sz="1100" b="0" i="0" u="none" strike="noStrike" kern="0" cap="none" spc="0" normalizeH="0" baseline="0" noProof="0" dirty="0">
                  <a:ln>
                    <a:noFill/>
                  </a:ln>
                  <a:solidFill>
                    <a:prstClr val="black"/>
                  </a:solidFill>
                  <a:effectLst/>
                  <a:uLnTx/>
                  <a:uFillTx/>
                </a:rPr>
                <a:t>Common to both JOLT and DUNE with minor variations</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GB" sz="1100" b="0" i="0" u="none" strike="noStrike" kern="0" cap="none" spc="0" normalizeH="0" baseline="0" noProof="0" dirty="0">
                  <a:ln>
                    <a:noFill/>
                  </a:ln>
                  <a:solidFill>
                    <a:prstClr val="black"/>
                  </a:solidFill>
                  <a:effectLst/>
                  <a:uLnTx/>
                  <a:uFillTx/>
                </a:rPr>
                <a:t>Android Security Patches</a:t>
              </a:r>
              <a:endParaRPr kumimoji="0" lang="en-GB" sz="1400" b="0" i="0" u="none" strike="noStrike" kern="0" cap="none" spc="0" normalizeH="0" baseline="0" noProof="0" dirty="0">
                <a:ln>
                  <a:noFill/>
                </a:ln>
                <a:solidFill>
                  <a:prstClr val="black"/>
                </a:solidFill>
                <a:effectLst/>
                <a:uLnTx/>
                <a:uFillTx/>
              </a:endParaRPr>
            </a:p>
            <a:p>
              <a:pPr marL="285664" marR="0" lvl="0"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0" cap="none" spc="0" normalizeH="0" baseline="0" noProof="0" dirty="0">
                  <a:ln>
                    <a:noFill/>
                  </a:ln>
                  <a:solidFill>
                    <a:srgbClr val="0096D6"/>
                  </a:solidFill>
                  <a:effectLst/>
                  <a:uLnTx/>
                  <a:uFillTx/>
                </a:rPr>
                <a:t>Kernel, Drivers</a:t>
              </a:r>
              <a:r>
                <a:rPr kumimoji="0" lang="en-GB" sz="1400" b="0" i="0" u="none" strike="noStrike" kern="0" cap="none" spc="0" normalizeH="0" baseline="0" noProof="0" dirty="0">
                  <a:ln>
                    <a:noFill/>
                  </a:ln>
                  <a:solidFill>
                    <a:prstClr val="black"/>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prstClr val="black"/>
                </a:solidFill>
                <a:effectLst/>
                <a:uLnTx/>
                <a:uFillTx/>
              </a:endParaRPr>
            </a:p>
          </p:txBody>
        </p:sp>
        <p:sp>
          <p:nvSpPr>
            <p:cNvPr id="88" name="Rectangle 87">
              <a:extLst>
                <a:ext uri="{FF2B5EF4-FFF2-40B4-BE49-F238E27FC236}">
                  <a16:creationId xmlns:a16="http://schemas.microsoft.com/office/drawing/2014/main" id="{A62DF051-D2D4-27B8-A262-C52198B79995}"/>
                </a:ext>
              </a:extLst>
            </p:cNvPr>
            <p:cNvSpPr/>
            <p:nvPr/>
          </p:nvSpPr>
          <p:spPr>
            <a:xfrm>
              <a:off x="3211273" y="2079535"/>
              <a:ext cx="2233575" cy="323536"/>
            </a:xfrm>
            <a:prstGeom prst="rect">
              <a:avLst/>
            </a:prstGeom>
            <a:solidFill>
              <a:srgbClr val="0096D6"/>
            </a:solidFill>
            <a:ln w="1905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altLang="ko-KR" sz="1050" b="1" i="0" u="none" strike="noStrike" kern="0" cap="none" spc="0" normalizeH="0" baseline="0" noProof="0" dirty="0">
                  <a:ln>
                    <a:noFill/>
                  </a:ln>
                  <a:solidFill>
                    <a:prstClr val="white"/>
                  </a:solidFill>
                  <a:effectLst/>
                  <a:uLnTx/>
                  <a:uFillTx/>
                  <a:latin typeface="Forma DJR Micro"/>
                  <a:ea typeface="+mn-ea"/>
                  <a:cs typeface="+mn-cs"/>
                </a:rPr>
                <a:t>Workpath SDK </a:t>
              </a:r>
              <a:r>
                <a:rPr kumimoji="0" lang="en-GB" sz="1050" b="1" i="0" u="none" strike="noStrike" kern="0" cap="none" spc="0" normalizeH="0" baseline="0" noProof="0" dirty="0">
                  <a:ln>
                    <a:noFill/>
                  </a:ln>
                  <a:solidFill>
                    <a:prstClr val="white"/>
                  </a:solidFill>
                  <a:effectLst/>
                  <a:uLnTx/>
                  <a:uFillTx/>
                  <a:latin typeface="Forma DJR Micro"/>
                  <a:ea typeface="+mn-ea"/>
                  <a:cs typeface="+mn-cs"/>
                </a:rPr>
                <a:t>library</a:t>
              </a:r>
            </a:p>
          </p:txBody>
        </p:sp>
        <p:cxnSp>
          <p:nvCxnSpPr>
            <p:cNvPr id="89" name="Connector: Elbow 50">
              <a:extLst>
                <a:ext uri="{FF2B5EF4-FFF2-40B4-BE49-F238E27FC236}">
                  <a16:creationId xmlns:a16="http://schemas.microsoft.com/office/drawing/2014/main" id="{C632A35B-4C5D-506F-E97F-6778EA3A145B}"/>
                </a:ext>
              </a:extLst>
            </p:cNvPr>
            <p:cNvCxnSpPr>
              <a:cxnSpLocks/>
            </p:cNvCxnSpPr>
            <p:nvPr/>
          </p:nvCxnSpPr>
          <p:spPr>
            <a:xfrm rot="5400000">
              <a:off x="2883982" y="2834606"/>
              <a:ext cx="1047439" cy="183913"/>
            </a:xfrm>
            <a:prstGeom prst="bentConnector3">
              <a:avLst>
                <a:gd name="adj1" fmla="val 50000"/>
              </a:avLst>
            </a:prstGeom>
            <a:noFill/>
            <a:ln w="12700" cap="flat" cmpd="sng" algn="ctr">
              <a:solidFill>
                <a:sysClr val="windowText" lastClr="000000"/>
              </a:solidFill>
              <a:prstDash val="solid"/>
              <a:miter lim="800000"/>
              <a:tailEnd type="triangle"/>
            </a:ln>
            <a:effectLst/>
          </p:spPr>
        </p:cxnSp>
      </p:grpSp>
      <p:sp>
        <p:nvSpPr>
          <p:cNvPr id="5" name="Rectangle 4">
            <a:extLst>
              <a:ext uri="{FF2B5EF4-FFF2-40B4-BE49-F238E27FC236}">
                <a16:creationId xmlns:a16="http://schemas.microsoft.com/office/drawing/2014/main" id="{99EC8CCB-EA43-8258-770D-532802683783}"/>
              </a:ext>
            </a:extLst>
          </p:cNvPr>
          <p:cNvSpPr/>
          <p:nvPr/>
        </p:nvSpPr>
        <p:spPr bwMode="ltGray">
          <a:xfrm>
            <a:off x="648000" y="6185587"/>
            <a:ext cx="90905" cy="50139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1769477F-4D6A-CDDC-824D-6C264A2071B0}"/>
              </a:ext>
            </a:extLst>
          </p:cNvPr>
          <p:cNvSpPr/>
          <p:nvPr/>
        </p:nvSpPr>
        <p:spPr bwMode="ltGray">
          <a:xfrm>
            <a:off x="743713" y="6169890"/>
            <a:ext cx="11162537" cy="5259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Apps never talk to firmware &amp; hardware directly. Every request flows: </a:t>
            </a:r>
            <a:r>
              <a:rPr lang="en-US" sz="1600" b="1" dirty="0">
                <a:solidFill>
                  <a:schemeClr val="tx1"/>
                </a:solidFill>
              </a:rPr>
              <a:t>App → SDK → Workpath Platform → Firmware → Hardware</a:t>
            </a:r>
            <a:endParaRPr lang="en-US" sz="1600" dirty="0">
              <a:solidFill>
                <a:schemeClr val="tx1"/>
              </a:solidFill>
            </a:endParaRPr>
          </a:p>
        </p:txBody>
      </p:sp>
    </p:spTree>
    <p:extLst>
      <p:ext uri="{BB962C8B-B14F-4D97-AF65-F5344CB8AC3E}">
        <p14:creationId xmlns:p14="http://schemas.microsoft.com/office/powerpoint/2010/main" val="3737296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4" y="527050"/>
            <a:ext cx="8306977" cy="920750"/>
          </a:xfrm>
        </p:spPr>
        <p:txBody>
          <a:bodyPr/>
          <a:lstStyle/>
          <a:p>
            <a:r>
              <a:rPr lang="en-US" dirty="0"/>
              <a:t>Workpath Platform</a:t>
            </a:r>
            <a:br>
              <a:rPr lang="en-US" dirty="0"/>
            </a:br>
            <a:r>
              <a:rPr lang="en-US" sz="2400" dirty="0"/>
              <a:t>Workpath SDK and Firmware</a:t>
            </a:r>
            <a:endParaRPr lang="en-US" sz="3600" dirty="0">
              <a:solidFill>
                <a:schemeClr val="bg1">
                  <a:lumMod val="50000"/>
                </a:schemeClr>
              </a:solidFill>
            </a:endParaRPr>
          </a:p>
        </p:txBody>
      </p:sp>
      <p:sp>
        <p:nvSpPr>
          <p:cNvPr id="32" name="사각형: 둥근 모서리 5">
            <a:extLst>
              <a:ext uri="{FF2B5EF4-FFF2-40B4-BE49-F238E27FC236}">
                <a16:creationId xmlns:a16="http://schemas.microsoft.com/office/drawing/2014/main" id="{5E6D42C9-EE35-DFB8-D2A0-127FE86F8820}"/>
              </a:ext>
            </a:extLst>
          </p:cNvPr>
          <p:cNvSpPr/>
          <p:nvPr/>
        </p:nvSpPr>
        <p:spPr>
          <a:xfrm>
            <a:off x="618375" y="1697490"/>
            <a:ext cx="5499098" cy="4803013"/>
          </a:xfrm>
          <a:prstGeom prst="roundRect">
            <a:avLst>
              <a:gd name="adj" fmla="val 5043"/>
            </a:avLst>
          </a:prstGeom>
          <a:solidFill>
            <a:srgbClr val="D3E6FC"/>
          </a:solidFill>
          <a:ln w="12700" cap="flat" cmpd="sng" algn="ctr">
            <a:noFill/>
            <a:prstDash val="solid"/>
            <a:miter lim="800000"/>
          </a:ln>
          <a:effectLst/>
        </p:spPr>
        <p:txBody>
          <a:bodyPr lIns="0" tIns="0" rIns="0" bIns="0" rtlCol="0" anchor="b"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Forma DJR Micro"/>
                <a:ea typeface="+mn-ea"/>
                <a:cs typeface="+mn-cs"/>
              </a:rPr>
              <a:t>MFP Device</a:t>
            </a:r>
          </a:p>
        </p:txBody>
      </p:sp>
      <p:sp>
        <p:nvSpPr>
          <p:cNvPr id="33" name="사각형: 둥근 모서리 22">
            <a:extLst>
              <a:ext uri="{FF2B5EF4-FFF2-40B4-BE49-F238E27FC236}">
                <a16:creationId xmlns:a16="http://schemas.microsoft.com/office/drawing/2014/main" id="{8836663A-0B92-C35D-F931-D26831515EFF}"/>
              </a:ext>
            </a:extLst>
          </p:cNvPr>
          <p:cNvSpPr/>
          <p:nvPr/>
        </p:nvSpPr>
        <p:spPr>
          <a:xfrm>
            <a:off x="901995" y="4991910"/>
            <a:ext cx="4862340" cy="1173997"/>
          </a:xfrm>
          <a:prstGeom prst="roundRect">
            <a:avLst>
              <a:gd name="adj" fmla="val 6854"/>
            </a:avLst>
          </a:prstGeom>
          <a:solidFill>
            <a:srgbClr val="7FB6F8"/>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Forma DJR Micro"/>
                <a:ea typeface="+mn-ea"/>
                <a:cs typeface="+mn-cs"/>
              </a:rPr>
              <a:t>Device Native Firmware(JEDI/JOLT, Dune)</a:t>
            </a:r>
          </a:p>
        </p:txBody>
      </p:sp>
      <p:sp>
        <p:nvSpPr>
          <p:cNvPr id="34" name="사각형: 둥근 모서리 16">
            <a:extLst>
              <a:ext uri="{FF2B5EF4-FFF2-40B4-BE49-F238E27FC236}">
                <a16:creationId xmlns:a16="http://schemas.microsoft.com/office/drawing/2014/main" id="{E1D609DA-6CC8-6CD9-04A9-8AA9812DE579}"/>
              </a:ext>
            </a:extLst>
          </p:cNvPr>
          <p:cNvSpPr/>
          <p:nvPr/>
        </p:nvSpPr>
        <p:spPr>
          <a:xfrm>
            <a:off x="3035002" y="5337843"/>
            <a:ext cx="701675"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Scan</a:t>
            </a:r>
          </a:p>
        </p:txBody>
      </p:sp>
      <p:sp>
        <p:nvSpPr>
          <p:cNvPr id="35" name="사각형: 둥근 모서리 17">
            <a:extLst>
              <a:ext uri="{FF2B5EF4-FFF2-40B4-BE49-F238E27FC236}">
                <a16:creationId xmlns:a16="http://schemas.microsoft.com/office/drawing/2014/main" id="{5773BB5A-DC39-3285-9048-0E177AF1AA9A}"/>
              </a:ext>
            </a:extLst>
          </p:cNvPr>
          <p:cNvSpPr/>
          <p:nvPr/>
        </p:nvSpPr>
        <p:spPr>
          <a:xfrm>
            <a:off x="3889077" y="5348004"/>
            <a:ext cx="701675"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USB</a:t>
            </a:r>
          </a:p>
        </p:txBody>
      </p:sp>
      <p:sp>
        <p:nvSpPr>
          <p:cNvPr id="36" name="사각형: 둥근 모서리 19">
            <a:extLst>
              <a:ext uri="{FF2B5EF4-FFF2-40B4-BE49-F238E27FC236}">
                <a16:creationId xmlns:a16="http://schemas.microsoft.com/office/drawing/2014/main" id="{706EDE0F-4FDC-0B6F-11D7-611859B31130}"/>
              </a:ext>
            </a:extLst>
          </p:cNvPr>
          <p:cNvSpPr/>
          <p:nvPr/>
        </p:nvSpPr>
        <p:spPr>
          <a:xfrm>
            <a:off x="1127695" y="5337842"/>
            <a:ext cx="825463"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UI Walkup</a:t>
            </a:r>
          </a:p>
        </p:txBody>
      </p:sp>
      <p:sp>
        <p:nvSpPr>
          <p:cNvPr id="37" name="사각형: 둥근 모서리 20">
            <a:extLst>
              <a:ext uri="{FF2B5EF4-FFF2-40B4-BE49-F238E27FC236}">
                <a16:creationId xmlns:a16="http://schemas.microsoft.com/office/drawing/2014/main" id="{B16B370A-1EDB-62B6-7C63-889335F2EE9A}"/>
              </a:ext>
            </a:extLst>
          </p:cNvPr>
          <p:cNvSpPr/>
          <p:nvPr/>
        </p:nvSpPr>
        <p:spPr>
          <a:xfrm>
            <a:off x="1127695" y="5729439"/>
            <a:ext cx="4300900"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Kernel, Drivers</a:t>
            </a:r>
          </a:p>
        </p:txBody>
      </p:sp>
      <p:sp>
        <p:nvSpPr>
          <p:cNvPr id="38" name="사각형: 둥근 모서리 22">
            <a:extLst>
              <a:ext uri="{FF2B5EF4-FFF2-40B4-BE49-F238E27FC236}">
                <a16:creationId xmlns:a16="http://schemas.microsoft.com/office/drawing/2014/main" id="{61AAB480-935D-A854-2B15-38B2FAFC7188}"/>
              </a:ext>
            </a:extLst>
          </p:cNvPr>
          <p:cNvSpPr/>
          <p:nvPr/>
        </p:nvSpPr>
        <p:spPr>
          <a:xfrm>
            <a:off x="891068" y="1991876"/>
            <a:ext cx="4873267" cy="2903710"/>
          </a:xfrm>
          <a:prstGeom prst="roundRect">
            <a:avLst>
              <a:gd name="adj" fmla="val 5204"/>
            </a:avLst>
          </a:prstGeom>
          <a:solidFill>
            <a:srgbClr val="7FB6F8"/>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Forma DJR Micro"/>
                <a:ea typeface="+mn-ea"/>
                <a:cs typeface="+mn-cs"/>
              </a:rPr>
              <a:t>Workpath Solution</a:t>
            </a:r>
            <a:br>
              <a:rPr kumimoji="0" lang="en-US" sz="1400" b="0" i="0" u="none" strike="noStrike" kern="0" cap="none" spc="0" normalizeH="0" baseline="0" noProof="0" dirty="0">
                <a:ln>
                  <a:noFill/>
                </a:ln>
                <a:solidFill>
                  <a:srgbClr val="FFFFFF"/>
                </a:solidFill>
                <a:effectLst/>
                <a:uLnTx/>
                <a:uFillTx/>
                <a:latin typeface="Forma DJR Micro"/>
                <a:ea typeface="+mn-ea"/>
                <a:cs typeface="+mn-cs"/>
              </a:rPr>
            </a:br>
            <a:r>
              <a:rPr kumimoji="0" lang="en-US" sz="1100" b="0" i="0" u="none" strike="noStrike" kern="0" cap="none" spc="0" normalizeH="0" baseline="0" noProof="0" dirty="0">
                <a:ln>
                  <a:noFill/>
                </a:ln>
                <a:solidFill>
                  <a:srgbClr val="FFFFFF"/>
                </a:solidFill>
                <a:effectLst/>
                <a:uLnTx/>
                <a:uFillTx/>
                <a:latin typeface="Forma DJR Micro"/>
                <a:ea typeface="+mn-ea"/>
                <a:cs typeface="+mn-cs"/>
              </a:rPr>
              <a:t>(Android base)</a:t>
            </a:r>
            <a:endParaRPr kumimoji="0" lang="en-US" sz="1200" b="0" i="0" u="none" strike="noStrike" kern="0" cap="none" spc="0" normalizeH="0" baseline="0" noProof="0" dirty="0">
              <a:ln>
                <a:noFill/>
              </a:ln>
              <a:solidFill>
                <a:srgbClr val="FFFFFF"/>
              </a:solidFill>
              <a:effectLst/>
              <a:uLnTx/>
              <a:uFillTx/>
              <a:latin typeface="Forma DJR Micro"/>
              <a:ea typeface="+mn-ea"/>
              <a:cs typeface="+mn-cs"/>
            </a:endParaRPr>
          </a:p>
        </p:txBody>
      </p:sp>
      <p:sp>
        <p:nvSpPr>
          <p:cNvPr id="39" name="사각형: 둥근 모서리 23">
            <a:extLst>
              <a:ext uri="{FF2B5EF4-FFF2-40B4-BE49-F238E27FC236}">
                <a16:creationId xmlns:a16="http://schemas.microsoft.com/office/drawing/2014/main" id="{53687E61-D0A2-EECC-0081-43F2F01C7934}"/>
              </a:ext>
            </a:extLst>
          </p:cNvPr>
          <p:cNvSpPr/>
          <p:nvPr/>
        </p:nvSpPr>
        <p:spPr>
          <a:xfrm>
            <a:off x="1155823" y="2500713"/>
            <a:ext cx="4284662" cy="1080525"/>
          </a:xfrm>
          <a:prstGeom prst="roundRect">
            <a:avLst>
              <a:gd name="adj" fmla="val 10998"/>
            </a:avLst>
          </a:prstGeom>
          <a:solidFill>
            <a:srgbClr val="539DF7">
              <a:lumMod val="40000"/>
              <a:lumOff val="60000"/>
            </a:srgbClr>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Forma DJR Micro"/>
                <a:ea typeface="+mn-ea"/>
                <a:cs typeface="+mn-cs"/>
              </a:rPr>
              <a:t>Workpath App</a:t>
            </a:r>
          </a:p>
          <a:p>
            <a:pPr marL="0" marR="0" lvl="0" indent="0" algn="ctr" defTabSz="914400" eaLnBrk="1" fontAlgn="auto" latinLnBrk="0" hangingPunct="1">
              <a:lnSpc>
                <a:spcPct val="90000"/>
              </a:lnSpc>
              <a:spcBef>
                <a:spcPts val="100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Forma DJR Micro"/>
              <a:ea typeface="+mn-ea"/>
              <a:cs typeface="+mn-cs"/>
            </a:endParaRPr>
          </a:p>
        </p:txBody>
      </p:sp>
      <p:sp>
        <p:nvSpPr>
          <p:cNvPr id="40" name="사각형: 둥근 모서리 26">
            <a:extLst>
              <a:ext uri="{FF2B5EF4-FFF2-40B4-BE49-F238E27FC236}">
                <a16:creationId xmlns:a16="http://schemas.microsoft.com/office/drawing/2014/main" id="{E9561FBD-1A89-84F3-0F89-9F4C4D837A16}"/>
              </a:ext>
            </a:extLst>
          </p:cNvPr>
          <p:cNvSpPr/>
          <p:nvPr/>
        </p:nvSpPr>
        <p:spPr>
          <a:xfrm>
            <a:off x="1244241" y="3162324"/>
            <a:ext cx="4024794" cy="327260"/>
          </a:xfrm>
          <a:prstGeom prst="roundRect">
            <a:avLst/>
          </a:prstGeom>
          <a:solidFill>
            <a:srgbClr val="92D05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Forma DJR Micro"/>
                <a:ea typeface="+mn-ea"/>
                <a:cs typeface="+mn-cs"/>
              </a:rPr>
              <a:t>Workpath SDK library</a:t>
            </a:r>
          </a:p>
        </p:txBody>
      </p:sp>
      <p:sp>
        <p:nvSpPr>
          <p:cNvPr id="41" name="사각형: 둥근 모서리 28">
            <a:extLst>
              <a:ext uri="{FF2B5EF4-FFF2-40B4-BE49-F238E27FC236}">
                <a16:creationId xmlns:a16="http://schemas.microsoft.com/office/drawing/2014/main" id="{AC339318-C86D-7F97-CE76-0F12C8B93F83}"/>
              </a:ext>
            </a:extLst>
          </p:cNvPr>
          <p:cNvSpPr/>
          <p:nvPr/>
        </p:nvSpPr>
        <p:spPr>
          <a:xfrm>
            <a:off x="1244242" y="2766712"/>
            <a:ext cx="4024794" cy="327260"/>
          </a:xfrm>
          <a:prstGeom prst="roundRect">
            <a:avLst/>
          </a:prstGeom>
          <a:solidFill>
            <a:srgbClr val="539DF7">
              <a:lumMod val="75000"/>
            </a:srgbClr>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Forma DJR Micro"/>
                <a:ea typeface="+mn-ea"/>
                <a:cs typeface="+mn-cs"/>
              </a:rPr>
              <a:t>App-Related Solution</a:t>
            </a:r>
          </a:p>
        </p:txBody>
      </p:sp>
      <p:sp>
        <p:nvSpPr>
          <p:cNvPr id="42" name="사각형: 둥근 모서리 32">
            <a:extLst>
              <a:ext uri="{FF2B5EF4-FFF2-40B4-BE49-F238E27FC236}">
                <a16:creationId xmlns:a16="http://schemas.microsoft.com/office/drawing/2014/main" id="{3BDC2C17-A299-A7B3-8D4F-C89B19B8ABC5}"/>
              </a:ext>
            </a:extLst>
          </p:cNvPr>
          <p:cNvSpPr/>
          <p:nvPr/>
        </p:nvSpPr>
        <p:spPr>
          <a:xfrm>
            <a:off x="4727277" y="5345266"/>
            <a:ext cx="701675"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Other</a:t>
            </a:r>
          </a:p>
        </p:txBody>
      </p:sp>
      <p:sp>
        <p:nvSpPr>
          <p:cNvPr id="43" name="사각형: 둥근 모서리 19">
            <a:extLst>
              <a:ext uri="{FF2B5EF4-FFF2-40B4-BE49-F238E27FC236}">
                <a16:creationId xmlns:a16="http://schemas.microsoft.com/office/drawing/2014/main" id="{2589AD2F-3AA8-5B06-F17A-292167B97B85}"/>
              </a:ext>
            </a:extLst>
          </p:cNvPr>
          <p:cNvSpPr/>
          <p:nvPr/>
        </p:nvSpPr>
        <p:spPr>
          <a:xfrm>
            <a:off x="2081348" y="5348146"/>
            <a:ext cx="825463"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E2(</a:t>
            </a:r>
            <a:r>
              <a:rPr kumimoji="0" lang="en-US" sz="1100" b="0" i="0" u="none" strike="noStrike" kern="0" cap="none" spc="0" normalizeH="0" baseline="0" noProof="0" dirty="0" err="1">
                <a:ln>
                  <a:noFill/>
                </a:ln>
                <a:solidFill>
                  <a:srgbClr val="FFFFFF"/>
                </a:solidFill>
                <a:effectLst/>
                <a:uLnTx/>
                <a:uFillTx/>
                <a:latin typeface="Forma DJR Micro"/>
                <a:ea typeface="+mn-ea"/>
                <a:cs typeface="+mn-cs"/>
              </a:rPr>
              <a:t>OXPd</a:t>
            </a:r>
            <a:r>
              <a:rPr kumimoji="0" lang="en-US" sz="1100" b="0" i="0" u="none" strike="noStrike" kern="0" cap="none" spc="0" normalizeH="0" baseline="0" noProof="0" dirty="0">
                <a:ln>
                  <a:noFill/>
                </a:ln>
                <a:solidFill>
                  <a:srgbClr val="FFFFFF"/>
                </a:solidFill>
                <a:effectLst/>
                <a:uLnTx/>
                <a:uFillTx/>
                <a:latin typeface="Forma DJR Micro"/>
                <a:ea typeface="+mn-ea"/>
                <a:cs typeface="+mn-cs"/>
              </a:rPr>
              <a:t>)</a:t>
            </a:r>
          </a:p>
        </p:txBody>
      </p:sp>
      <p:sp>
        <p:nvSpPr>
          <p:cNvPr id="44" name="사각형: 둥근 모서리 23">
            <a:extLst>
              <a:ext uri="{FF2B5EF4-FFF2-40B4-BE49-F238E27FC236}">
                <a16:creationId xmlns:a16="http://schemas.microsoft.com/office/drawing/2014/main" id="{768CBB8E-877C-7E92-7DAB-F4FF6571BB43}"/>
              </a:ext>
            </a:extLst>
          </p:cNvPr>
          <p:cNvSpPr/>
          <p:nvPr/>
        </p:nvSpPr>
        <p:spPr>
          <a:xfrm>
            <a:off x="1155823" y="3682767"/>
            <a:ext cx="4284662" cy="1080525"/>
          </a:xfrm>
          <a:prstGeom prst="roundRect">
            <a:avLst>
              <a:gd name="adj" fmla="val 10998"/>
            </a:avLst>
          </a:prstGeom>
          <a:solidFill>
            <a:srgbClr val="539DF7">
              <a:lumMod val="40000"/>
              <a:lumOff val="60000"/>
            </a:srgbClr>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Forma DJR Micro"/>
                <a:ea typeface="+mn-ea"/>
                <a:cs typeface="+mn-cs"/>
              </a:rPr>
              <a:t>Workpath Platform</a:t>
            </a:r>
          </a:p>
          <a:p>
            <a:pPr marL="0" marR="0" lvl="0" indent="0" algn="ctr" defTabSz="914400" eaLnBrk="1" fontAlgn="auto" latinLnBrk="0" hangingPunct="1">
              <a:lnSpc>
                <a:spcPct val="90000"/>
              </a:lnSpc>
              <a:spcBef>
                <a:spcPts val="100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Forma DJR Micro"/>
              <a:ea typeface="+mn-ea"/>
              <a:cs typeface="+mn-cs"/>
            </a:endParaRPr>
          </a:p>
        </p:txBody>
      </p:sp>
      <p:sp>
        <p:nvSpPr>
          <p:cNvPr id="45" name="사각형: 둥근 모서리 26">
            <a:extLst>
              <a:ext uri="{FF2B5EF4-FFF2-40B4-BE49-F238E27FC236}">
                <a16:creationId xmlns:a16="http://schemas.microsoft.com/office/drawing/2014/main" id="{4E88350E-25C5-D954-D178-44FE66F6A4CD}"/>
              </a:ext>
            </a:extLst>
          </p:cNvPr>
          <p:cNvSpPr/>
          <p:nvPr/>
        </p:nvSpPr>
        <p:spPr>
          <a:xfrm>
            <a:off x="1244241" y="3952079"/>
            <a:ext cx="1944941" cy="295272"/>
          </a:xfrm>
          <a:prstGeom prst="roundRect">
            <a:avLst/>
          </a:prstGeom>
          <a:solidFill>
            <a:srgbClr val="92D05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Forma DJR Micro"/>
                <a:ea typeface="+mn-ea"/>
                <a:cs typeface="+mn-cs"/>
              </a:rPr>
              <a:t>Workpath Services</a:t>
            </a:r>
          </a:p>
        </p:txBody>
      </p:sp>
      <p:sp>
        <p:nvSpPr>
          <p:cNvPr id="46" name="사각형: 둥근 모서리 26">
            <a:extLst>
              <a:ext uri="{FF2B5EF4-FFF2-40B4-BE49-F238E27FC236}">
                <a16:creationId xmlns:a16="http://schemas.microsoft.com/office/drawing/2014/main" id="{6A05181E-6415-8C1B-5424-D40011510860}"/>
              </a:ext>
            </a:extLst>
          </p:cNvPr>
          <p:cNvSpPr/>
          <p:nvPr/>
        </p:nvSpPr>
        <p:spPr>
          <a:xfrm>
            <a:off x="1244241" y="4330783"/>
            <a:ext cx="4024794" cy="295272"/>
          </a:xfrm>
          <a:prstGeom prst="roundRect">
            <a:avLst/>
          </a:prstGeom>
          <a:solidFill>
            <a:srgbClr val="92D05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Forma DJR Micro"/>
                <a:ea typeface="+mn-ea"/>
                <a:cs typeface="+mn-cs"/>
              </a:rPr>
              <a:t>Workpath Framework(Android Kernel)</a:t>
            </a:r>
          </a:p>
        </p:txBody>
      </p:sp>
      <p:sp>
        <p:nvSpPr>
          <p:cNvPr id="47" name="사각형: 둥근 모서리 26">
            <a:extLst>
              <a:ext uri="{FF2B5EF4-FFF2-40B4-BE49-F238E27FC236}">
                <a16:creationId xmlns:a16="http://schemas.microsoft.com/office/drawing/2014/main" id="{5DD85FBF-3861-79D0-0598-8AD73F97DC79}"/>
              </a:ext>
            </a:extLst>
          </p:cNvPr>
          <p:cNvSpPr/>
          <p:nvPr/>
        </p:nvSpPr>
        <p:spPr>
          <a:xfrm>
            <a:off x="3360632" y="3936584"/>
            <a:ext cx="1908403" cy="295272"/>
          </a:xfrm>
          <a:prstGeom prst="roundRect">
            <a:avLst/>
          </a:prstGeom>
          <a:solidFill>
            <a:srgbClr val="92D05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Forma DJR Micro"/>
                <a:ea typeface="+mn-ea"/>
                <a:cs typeface="+mn-cs"/>
              </a:rPr>
              <a:t>Workpath System</a:t>
            </a:r>
          </a:p>
        </p:txBody>
      </p:sp>
      <p:sp>
        <p:nvSpPr>
          <p:cNvPr id="48" name="Rectangle 47">
            <a:extLst>
              <a:ext uri="{FF2B5EF4-FFF2-40B4-BE49-F238E27FC236}">
                <a16:creationId xmlns:a16="http://schemas.microsoft.com/office/drawing/2014/main" id="{6E00C9AC-10A8-593C-E570-F1D0E869B892}"/>
              </a:ext>
            </a:extLst>
          </p:cNvPr>
          <p:cNvSpPr/>
          <p:nvPr/>
        </p:nvSpPr>
        <p:spPr>
          <a:xfrm>
            <a:off x="466938" y="3649591"/>
            <a:ext cx="5772150" cy="1199722"/>
          </a:xfrm>
          <a:prstGeom prst="rect">
            <a:avLst/>
          </a:prstGeom>
          <a:noFill/>
          <a:ln w="31750" cap="flat" cmpd="sng" algn="ctr">
            <a:solidFill>
              <a:srgbClr val="7030A0"/>
            </a:solidFill>
            <a:prstDash val="sysDash"/>
            <a:miter lim="800000"/>
          </a:ln>
          <a:effectLst/>
        </p:spPr>
        <p:txBody>
          <a:bodyPr lIns="0" tIns="0" rIns="0" bIns="0" rtlCol="0" anchor="t" anchorCtr="0"/>
          <a:lstStyle/>
          <a:p>
            <a:pPr marL="0" marR="0" lvl="0" indent="0" defTabSz="914400" eaLnBrk="1" fontAlgn="auto" latinLnBrk="0" hangingPunct="1">
              <a:lnSpc>
                <a:spcPct val="90000"/>
              </a:lnSpc>
              <a:spcBef>
                <a:spcPts val="100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Forma DJR Micro"/>
              <a:ea typeface="+mn-ea"/>
              <a:cs typeface="+mn-cs"/>
            </a:endParaRPr>
          </a:p>
        </p:txBody>
      </p:sp>
      <p:sp>
        <p:nvSpPr>
          <p:cNvPr id="49" name="Rectangle 48">
            <a:extLst>
              <a:ext uri="{FF2B5EF4-FFF2-40B4-BE49-F238E27FC236}">
                <a16:creationId xmlns:a16="http://schemas.microsoft.com/office/drawing/2014/main" id="{9E830CD2-64C8-810A-5AE8-8EE9D7A2FD08}"/>
              </a:ext>
            </a:extLst>
          </p:cNvPr>
          <p:cNvSpPr/>
          <p:nvPr/>
        </p:nvSpPr>
        <p:spPr>
          <a:xfrm>
            <a:off x="466937" y="3063099"/>
            <a:ext cx="5772150" cy="497591"/>
          </a:xfrm>
          <a:prstGeom prst="rect">
            <a:avLst/>
          </a:prstGeom>
          <a:noFill/>
          <a:ln w="31750" cap="flat" cmpd="sng" algn="ctr">
            <a:solidFill>
              <a:srgbClr val="FFC000"/>
            </a:solidFill>
            <a:prstDash val="sysDash"/>
            <a:miter lim="800000"/>
          </a:ln>
          <a:effectLst/>
        </p:spPr>
        <p:txBody>
          <a:bodyPr lIns="0" tIns="0" rIns="0" bIns="0" rtlCol="0" anchor="t" anchorCtr="0"/>
          <a:lstStyle/>
          <a:p>
            <a:pPr marL="0" marR="0" lvl="0" indent="0" defTabSz="914400" eaLnBrk="1" fontAlgn="auto" latinLnBrk="0" hangingPunct="1">
              <a:lnSpc>
                <a:spcPct val="90000"/>
              </a:lnSpc>
              <a:spcBef>
                <a:spcPts val="100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Forma DJR Micro"/>
              <a:ea typeface="+mn-ea"/>
              <a:cs typeface="+mn-cs"/>
            </a:endParaRPr>
          </a:p>
        </p:txBody>
      </p:sp>
      <p:cxnSp>
        <p:nvCxnSpPr>
          <p:cNvPr id="50" name="Straight Connector 49">
            <a:extLst>
              <a:ext uri="{FF2B5EF4-FFF2-40B4-BE49-F238E27FC236}">
                <a16:creationId xmlns:a16="http://schemas.microsoft.com/office/drawing/2014/main" id="{4B618D8B-A31B-BD18-2F47-49696E8F303F}"/>
              </a:ext>
            </a:extLst>
          </p:cNvPr>
          <p:cNvCxnSpPr>
            <a:cxnSpLocks/>
            <a:stCxn id="49" idx="3"/>
          </p:cNvCxnSpPr>
          <p:nvPr/>
        </p:nvCxnSpPr>
        <p:spPr>
          <a:xfrm flipV="1">
            <a:off x="6239087" y="2431340"/>
            <a:ext cx="742948" cy="880555"/>
          </a:xfrm>
          <a:prstGeom prst="line">
            <a:avLst/>
          </a:prstGeom>
          <a:noFill/>
          <a:ln w="31750" cap="flat" cmpd="sng" algn="ctr">
            <a:solidFill>
              <a:srgbClr val="FFC000"/>
            </a:solidFill>
            <a:prstDash val="sysDash"/>
            <a:miter lim="800000"/>
          </a:ln>
          <a:effectLst/>
        </p:spPr>
      </p:cxnSp>
      <p:cxnSp>
        <p:nvCxnSpPr>
          <p:cNvPr id="51" name="Straight Connector 50">
            <a:extLst>
              <a:ext uri="{FF2B5EF4-FFF2-40B4-BE49-F238E27FC236}">
                <a16:creationId xmlns:a16="http://schemas.microsoft.com/office/drawing/2014/main" id="{C8D854A3-6967-E592-B763-21E8A8CE66EE}"/>
              </a:ext>
            </a:extLst>
          </p:cNvPr>
          <p:cNvCxnSpPr>
            <a:cxnSpLocks/>
          </p:cNvCxnSpPr>
          <p:nvPr/>
        </p:nvCxnSpPr>
        <p:spPr>
          <a:xfrm>
            <a:off x="6934411" y="2431340"/>
            <a:ext cx="4610100" cy="0"/>
          </a:xfrm>
          <a:prstGeom prst="line">
            <a:avLst/>
          </a:prstGeom>
          <a:noFill/>
          <a:ln w="31750" cap="flat" cmpd="sng" algn="ctr">
            <a:solidFill>
              <a:srgbClr val="FFC000"/>
            </a:solidFill>
            <a:prstDash val="solid"/>
            <a:miter lim="800000"/>
          </a:ln>
          <a:effectLst/>
        </p:spPr>
      </p:cxnSp>
      <p:sp>
        <p:nvSpPr>
          <p:cNvPr id="52" name="TextBox 51">
            <a:extLst>
              <a:ext uri="{FF2B5EF4-FFF2-40B4-BE49-F238E27FC236}">
                <a16:creationId xmlns:a16="http://schemas.microsoft.com/office/drawing/2014/main" id="{1E1EF485-A607-3E16-CC6C-7B86850AA6C7}"/>
              </a:ext>
            </a:extLst>
          </p:cNvPr>
          <p:cNvSpPr txBox="1"/>
          <p:nvPr/>
        </p:nvSpPr>
        <p:spPr>
          <a:xfrm>
            <a:off x="6982035" y="2110463"/>
            <a:ext cx="3286125" cy="263725"/>
          </a:xfrm>
          <a:prstGeom prst="rect">
            <a:avLst/>
          </a:prstGeom>
          <a:noFill/>
        </p:spPr>
        <p:txBody>
          <a:bodyPr wrap="none" lIns="0" tIns="0" rIns="0" bIns="9144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rPr>
              <a:t>Workpath SDK Library </a:t>
            </a:r>
            <a:r>
              <a:rPr kumimoji="0" lang="en-US" sz="1400" b="0" i="0" u="none" strike="noStrike" kern="0" cap="none" spc="0" normalizeH="0" baseline="0" noProof="0" dirty="0">
                <a:ln>
                  <a:noFill/>
                </a:ln>
                <a:solidFill>
                  <a:srgbClr val="000000"/>
                </a:solidFill>
                <a:effectLst/>
                <a:uLnTx/>
                <a:uFillTx/>
              </a:rPr>
              <a:t>(As one of SDK package)</a:t>
            </a:r>
            <a:endParaRPr kumimoji="0" lang="en-US" sz="2000" b="0" i="0" u="none" strike="noStrike" kern="0" cap="none" spc="0" normalizeH="0" baseline="0" noProof="0" dirty="0">
              <a:ln>
                <a:noFill/>
              </a:ln>
              <a:solidFill>
                <a:srgbClr val="000000"/>
              </a:solidFill>
              <a:effectLst/>
              <a:uLnTx/>
              <a:uFillTx/>
            </a:endParaRPr>
          </a:p>
        </p:txBody>
      </p:sp>
      <p:sp>
        <p:nvSpPr>
          <p:cNvPr id="53" name="TextBox 52">
            <a:extLst>
              <a:ext uri="{FF2B5EF4-FFF2-40B4-BE49-F238E27FC236}">
                <a16:creationId xmlns:a16="http://schemas.microsoft.com/office/drawing/2014/main" id="{4EF73A9D-448C-F519-4B5B-6C4920C3D455}"/>
              </a:ext>
            </a:extLst>
          </p:cNvPr>
          <p:cNvSpPr txBox="1"/>
          <p:nvPr/>
        </p:nvSpPr>
        <p:spPr>
          <a:xfrm>
            <a:off x="7056026" y="2573231"/>
            <a:ext cx="4583735" cy="738664"/>
          </a:xfrm>
          <a:prstGeom prst="rect">
            <a:avLst/>
          </a:prstGeom>
          <a:noFill/>
        </p:spPr>
        <p:txBody>
          <a:bodyPr wrap="square" lIns="0" tIns="0" rIns="0" bIns="91440" rtlCol="0" anchor="t" anchorCtr="0">
            <a:spAutoFit/>
          </a:bodyPr>
          <a:lstStyle/>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Released SDK package in Developer site</a:t>
            </a:r>
          </a:p>
          <a:p>
            <a:pPr marL="454025" lvl="1" indent="-285750" latinLnBrk="0">
              <a:buFont typeface="Arial" panose="020B0604020202020204" pitchFamily="34" charset="0"/>
              <a:buChar char="•"/>
              <a:defRPr/>
            </a:pPr>
            <a:r>
              <a:rPr kumimoji="0" lang="en-US" sz="1400" b="0" i="0" u="none" strike="noStrike" kern="0" cap="none" spc="0" normalizeH="0" baseline="0" noProof="0" dirty="0">
                <a:ln>
                  <a:noFill/>
                </a:ln>
                <a:solidFill>
                  <a:srgbClr val="000000"/>
                </a:solidFill>
                <a:effectLst/>
                <a:uLnTx/>
                <a:uFillTx/>
              </a:rPr>
              <a:t>SDK Library, documentation, sample app and code, tool and simulator</a:t>
            </a:r>
          </a:p>
        </p:txBody>
      </p:sp>
      <p:cxnSp>
        <p:nvCxnSpPr>
          <p:cNvPr id="54" name="Straight Connector 53">
            <a:extLst>
              <a:ext uri="{FF2B5EF4-FFF2-40B4-BE49-F238E27FC236}">
                <a16:creationId xmlns:a16="http://schemas.microsoft.com/office/drawing/2014/main" id="{B40F2532-285E-7568-1E97-65DF4B6F6A81}"/>
              </a:ext>
            </a:extLst>
          </p:cNvPr>
          <p:cNvCxnSpPr>
            <a:cxnSpLocks/>
            <a:stCxn id="48" idx="3"/>
          </p:cNvCxnSpPr>
          <p:nvPr/>
        </p:nvCxnSpPr>
        <p:spPr>
          <a:xfrm flipV="1">
            <a:off x="6239088" y="3936584"/>
            <a:ext cx="695323" cy="312868"/>
          </a:xfrm>
          <a:prstGeom prst="line">
            <a:avLst/>
          </a:prstGeom>
          <a:noFill/>
          <a:ln w="31750" cap="flat" cmpd="sng" algn="ctr">
            <a:solidFill>
              <a:srgbClr val="7030A0"/>
            </a:solidFill>
            <a:prstDash val="sysDash"/>
            <a:miter lim="800000"/>
          </a:ln>
          <a:effectLst/>
        </p:spPr>
      </p:cxnSp>
      <p:cxnSp>
        <p:nvCxnSpPr>
          <p:cNvPr id="55" name="Straight Connector 54">
            <a:extLst>
              <a:ext uri="{FF2B5EF4-FFF2-40B4-BE49-F238E27FC236}">
                <a16:creationId xmlns:a16="http://schemas.microsoft.com/office/drawing/2014/main" id="{4F4E1EDB-5305-A8F0-CBD6-D35B5F4A5AC9}"/>
              </a:ext>
            </a:extLst>
          </p:cNvPr>
          <p:cNvCxnSpPr>
            <a:cxnSpLocks/>
          </p:cNvCxnSpPr>
          <p:nvPr/>
        </p:nvCxnSpPr>
        <p:spPr>
          <a:xfrm>
            <a:off x="6934411" y="3922185"/>
            <a:ext cx="4610100" cy="0"/>
          </a:xfrm>
          <a:prstGeom prst="line">
            <a:avLst/>
          </a:prstGeom>
          <a:noFill/>
          <a:ln w="31750" cap="flat" cmpd="sng" algn="ctr">
            <a:solidFill>
              <a:srgbClr val="7030A0"/>
            </a:solidFill>
            <a:prstDash val="solid"/>
            <a:miter lim="800000"/>
          </a:ln>
          <a:effectLst/>
        </p:spPr>
      </p:cxnSp>
      <p:sp>
        <p:nvSpPr>
          <p:cNvPr id="56" name="TextBox 55">
            <a:extLst>
              <a:ext uri="{FF2B5EF4-FFF2-40B4-BE49-F238E27FC236}">
                <a16:creationId xmlns:a16="http://schemas.microsoft.com/office/drawing/2014/main" id="{354F79AD-F5AD-2320-F1CC-73CA43959BB4}"/>
              </a:ext>
            </a:extLst>
          </p:cNvPr>
          <p:cNvSpPr txBox="1"/>
          <p:nvPr/>
        </p:nvSpPr>
        <p:spPr>
          <a:xfrm>
            <a:off x="6982035" y="3563208"/>
            <a:ext cx="3286125" cy="263725"/>
          </a:xfrm>
          <a:prstGeom prst="rect">
            <a:avLst/>
          </a:prstGeom>
          <a:noFill/>
        </p:spPr>
        <p:txBody>
          <a:bodyPr wrap="none" lIns="0" tIns="0" rIns="0" bIns="9144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rPr>
              <a:t>Workpath Platform </a:t>
            </a:r>
            <a:r>
              <a:rPr kumimoji="0" lang="en-US" sz="1200" b="0" i="0" u="none" strike="noStrike" kern="0" cap="none" spc="0" normalizeH="0" baseline="0" noProof="0" dirty="0">
                <a:ln>
                  <a:noFill/>
                </a:ln>
                <a:solidFill>
                  <a:srgbClr val="000000"/>
                </a:solidFill>
                <a:effectLst/>
                <a:uLnTx/>
                <a:uFillTx/>
              </a:rPr>
              <a:t>(Embedded in firmware)</a:t>
            </a:r>
            <a:endParaRPr kumimoji="0" lang="en-US" sz="2000" b="0" i="0" u="none" strike="noStrike" kern="0" cap="none" spc="0" normalizeH="0" baseline="0" noProof="0" dirty="0">
              <a:ln>
                <a:noFill/>
              </a:ln>
              <a:solidFill>
                <a:srgbClr val="000000"/>
              </a:solidFill>
              <a:effectLst/>
              <a:uLnTx/>
              <a:uFillTx/>
            </a:endParaRPr>
          </a:p>
        </p:txBody>
      </p:sp>
      <p:sp>
        <p:nvSpPr>
          <p:cNvPr id="57" name="TextBox 56">
            <a:extLst>
              <a:ext uri="{FF2B5EF4-FFF2-40B4-BE49-F238E27FC236}">
                <a16:creationId xmlns:a16="http://schemas.microsoft.com/office/drawing/2014/main" id="{210CA02A-8B6A-B6E1-70AB-99262DD10D4E}"/>
              </a:ext>
            </a:extLst>
          </p:cNvPr>
          <p:cNvSpPr txBox="1"/>
          <p:nvPr/>
        </p:nvSpPr>
        <p:spPr>
          <a:xfrm>
            <a:off x="7056026" y="4047859"/>
            <a:ext cx="4583735" cy="738664"/>
          </a:xfrm>
          <a:prstGeom prst="rect">
            <a:avLst/>
          </a:prstGeom>
          <a:noFill/>
        </p:spPr>
        <p:txBody>
          <a:bodyPr wrap="square" lIns="0" tIns="0" rIns="0" bIns="91440" rtlCol="0" anchor="t" anchorCtr="0">
            <a:spAutoFit/>
          </a:bodyPr>
          <a:lstStyle/>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Embedded in Device firmware</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Consist of Workpath Services, Workpath System and Workpath Framework</a:t>
            </a:r>
          </a:p>
        </p:txBody>
      </p:sp>
    </p:spTree>
    <p:extLst>
      <p:ext uri="{BB962C8B-B14F-4D97-AF65-F5344CB8AC3E}">
        <p14:creationId xmlns:p14="http://schemas.microsoft.com/office/powerpoint/2010/main" val="2838953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4" y="362666"/>
            <a:ext cx="8306977" cy="920750"/>
          </a:xfrm>
        </p:spPr>
        <p:txBody>
          <a:bodyPr/>
          <a:lstStyle/>
          <a:p>
            <a:r>
              <a:rPr lang="en-US" dirty="0"/>
              <a:t>Workpath KB</a:t>
            </a:r>
            <a:endParaRPr lang="en-US" sz="3600" dirty="0">
              <a:solidFill>
                <a:schemeClr val="bg1">
                  <a:lumMod val="50000"/>
                </a:schemeClr>
              </a:solidFill>
            </a:endParaRPr>
          </a:p>
        </p:txBody>
      </p:sp>
      <p:sp>
        <p:nvSpPr>
          <p:cNvPr id="3" name="TextBox 2">
            <a:extLst>
              <a:ext uri="{FF2B5EF4-FFF2-40B4-BE49-F238E27FC236}">
                <a16:creationId xmlns:a16="http://schemas.microsoft.com/office/drawing/2014/main" id="{B3A0C5E9-8F9D-E3CD-6ECE-6506C98CF69B}"/>
              </a:ext>
            </a:extLst>
          </p:cNvPr>
          <p:cNvSpPr txBox="1"/>
          <p:nvPr/>
        </p:nvSpPr>
        <p:spPr>
          <a:xfrm>
            <a:off x="1737059" y="1841211"/>
            <a:ext cx="6841861" cy="2046714"/>
          </a:xfrm>
          <a:prstGeom prst="rect">
            <a:avLst/>
          </a:prstGeom>
          <a:noFill/>
        </p:spPr>
        <p:txBody>
          <a:bodyPr wrap="square" lIns="0" tIns="0" rIns="0" bIns="0" rtlCol="0">
            <a:spAutoFit/>
          </a:bodyPr>
          <a:lstStyle/>
          <a:p>
            <a:pPr marL="514350" indent="-514350" algn="l">
              <a:spcBef>
                <a:spcPts val="1000"/>
              </a:spcBef>
              <a:buAutoNum type="arabicPeriod"/>
            </a:pPr>
            <a:r>
              <a:rPr lang="en-US" sz="1600" dirty="0"/>
              <a:t>Concepts</a:t>
            </a:r>
            <a:br>
              <a:rPr lang="en-US" sz="1600" dirty="0"/>
            </a:br>
            <a:r>
              <a:rPr lang="en-US" sz="1100" dirty="0"/>
              <a:t>Architecture, Glossary, Security Model, JOLT vs Dune Migration</a:t>
            </a:r>
            <a:endParaRPr lang="en-US" sz="1050" dirty="0"/>
          </a:p>
          <a:p>
            <a:pPr marL="514350" indent="-514350" algn="l">
              <a:spcBef>
                <a:spcPts val="1000"/>
              </a:spcBef>
              <a:buAutoNum type="arabicPeriod"/>
            </a:pPr>
            <a:r>
              <a:rPr lang="en-US" sz="1600" dirty="0"/>
              <a:t>Components</a:t>
            </a:r>
            <a:br>
              <a:rPr lang="en-US" sz="1600" dirty="0"/>
            </a:br>
            <a:r>
              <a:rPr lang="en-US" sz="1100" dirty="0"/>
              <a:t>Workpath System, Workpath Services, </a:t>
            </a:r>
            <a:r>
              <a:rPr lang="en-US" sz="1100" dirty="0" err="1"/>
              <a:t>DeviceServices</a:t>
            </a:r>
            <a:r>
              <a:rPr lang="en-US" sz="1100" dirty="0"/>
              <a:t> Layer, Link SDK, Package manger, Log Daemon</a:t>
            </a:r>
            <a:endParaRPr lang="en-US" sz="1600" dirty="0"/>
          </a:p>
          <a:p>
            <a:pPr marL="514350" indent="-514350" algn="l">
              <a:spcBef>
                <a:spcPts val="1000"/>
              </a:spcBef>
              <a:buAutoNum type="arabicPeriod"/>
            </a:pPr>
            <a:r>
              <a:rPr lang="en-US" sz="1600" dirty="0"/>
              <a:t>Guides</a:t>
            </a:r>
            <a:br>
              <a:rPr lang="en-US" sz="1600" dirty="0"/>
            </a:br>
            <a:r>
              <a:rPr lang="en-US" sz="1100" dirty="0"/>
              <a:t>Building &amp; Development, Debugging, App Lifecyle &amp; Boot, App Installation, Let Implementation Patterns</a:t>
            </a:r>
          </a:p>
          <a:p>
            <a:pPr marL="514350" indent="-514350" algn="l">
              <a:spcBef>
                <a:spcPts val="1000"/>
              </a:spcBef>
              <a:buAutoNum type="arabicPeriod"/>
            </a:pPr>
            <a:r>
              <a:rPr lang="en-US" sz="1600" dirty="0"/>
              <a:t>References</a:t>
            </a:r>
            <a:br>
              <a:rPr lang="en-US" sz="1600" dirty="0"/>
            </a:br>
            <a:r>
              <a:rPr lang="en-US" sz="1100" dirty="0"/>
              <a:t>E2/CDM API Endpoints, Error Codes, Permissions, Broadcast Actions &amp; Intents, Repository Map</a:t>
            </a:r>
          </a:p>
        </p:txBody>
      </p:sp>
      <p:sp>
        <p:nvSpPr>
          <p:cNvPr id="4" name="TextBox 3">
            <a:extLst>
              <a:ext uri="{FF2B5EF4-FFF2-40B4-BE49-F238E27FC236}">
                <a16:creationId xmlns:a16="http://schemas.microsoft.com/office/drawing/2014/main" id="{A9A6DF11-BFAB-CA69-63A5-15AA47E3031F}"/>
              </a:ext>
            </a:extLst>
          </p:cNvPr>
          <p:cNvSpPr txBox="1"/>
          <p:nvPr/>
        </p:nvSpPr>
        <p:spPr>
          <a:xfrm>
            <a:off x="1004500" y="1396430"/>
            <a:ext cx="6841861" cy="413959"/>
          </a:xfrm>
          <a:prstGeom prst="rect">
            <a:avLst/>
          </a:prstGeom>
          <a:noFill/>
        </p:spPr>
        <p:txBody>
          <a:bodyPr wrap="square" lIns="0" tIns="0" rIns="0" bIns="0" rtlCol="0">
            <a:spAutoFit/>
          </a:bodyPr>
          <a:lstStyle/>
          <a:p>
            <a:pPr marL="342900" indent="-342900" algn="l">
              <a:lnSpc>
                <a:spcPct val="150000"/>
              </a:lnSpc>
              <a:spcBef>
                <a:spcPts val="1000"/>
              </a:spcBef>
              <a:buFont typeface="Wingdings" panose="05000000000000000000" pitchFamily="2" charset="2"/>
              <a:buChar char="§"/>
            </a:pPr>
            <a:r>
              <a:rPr lang="en-US" sz="2000" dirty="0"/>
              <a:t>Workpath Platform</a:t>
            </a:r>
            <a:endParaRPr lang="en-US" sz="1400" dirty="0"/>
          </a:p>
        </p:txBody>
      </p:sp>
      <p:sp>
        <p:nvSpPr>
          <p:cNvPr id="7" name="TextBox 6">
            <a:extLst>
              <a:ext uri="{FF2B5EF4-FFF2-40B4-BE49-F238E27FC236}">
                <a16:creationId xmlns:a16="http://schemas.microsoft.com/office/drawing/2014/main" id="{049D6C8C-FEDC-000D-0412-91F21E7A5784}"/>
              </a:ext>
            </a:extLst>
          </p:cNvPr>
          <p:cNvSpPr txBox="1"/>
          <p:nvPr/>
        </p:nvSpPr>
        <p:spPr>
          <a:xfrm>
            <a:off x="1737059" y="4549069"/>
            <a:ext cx="6841861" cy="2046714"/>
          </a:xfrm>
          <a:prstGeom prst="rect">
            <a:avLst/>
          </a:prstGeom>
          <a:noFill/>
        </p:spPr>
        <p:txBody>
          <a:bodyPr wrap="square" lIns="0" tIns="0" rIns="0" bIns="0" rtlCol="0">
            <a:spAutoFit/>
          </a:bodyPr>
          <a:lstStyle/>
          <a:p>
            <a:pPr marL="514350" indent="-514350" algn="l">
              <a:spcBef>
                <a:spcPts val="1000"/>
              </a:spcBef>
              <a:buAutoNum type="arabicPeriod"/>
            </a:pPr>
            <a:r>
              <a:rPr lang="en-US" sz="1600" dirty="0"/>
              <a:t>Overview</a:t>
            </a:r>
            <a:br>
              <a:rPr lang="en-US" sz="1600" dirty="0"/>
            </a:br>
            <a:r>
              <a:rPr lang="en-US" sz="1100" dirty="0"/>
              <a:t>SDK Package Overview, Release Package Structure</a:t>
            </a:r>
            <a:endParaRPr lang="en-US" sz="1050" dirty="0"/>
          </a:p>
          <a:p>
            <a:pPr marL="514350" indent="-514350" algn="l">
              <a:spcBef>
                <a:spcPts val="1000"/>
              </a:spcBef>
              <a:buAutoNum type="arabicPeriod"/>
            </a:pPr>
            <a:r>
              <a:rPr lang="en-US" sz="1600" dirty="0"/>
              <a:t>Library &amp; API</a:t>
            </a:r>
            <a:br>
              <a:rPr lang="en-US" sz="1600" dirty="0"/>
            </a:br>
            <a:r>
              <a:rPr lang="en-US" sz="1100" dirty="0" err="1"/>
              <a:t>WorkpathLib</a:t>
            </a:r>
            <a:r>
              <a:rPr lang="en-US" sz="1100" dirty="0"/>
              <a:t>, API Surface, API Patterns</a:t>
            </a:r>
            <a:endParaRPr lang="en-US" sz="1600" dirty="0"/>
          </a:p>
          <a:p>
            <a:pPr marL="514350" indent="-514350" algn="l">
              <a:spcBef>
                <a:spcPts val="1000"/>
              </a:spcBef>
              <a:buAutoNum type="arabicPeriod"/>
            </a:pPr>
            <a:r>
              <a:rPr lang="en-US" sz="1600" dirty="0"/>
              <a:t>Sample Applications</a:t>
            </a:r>
            <a:br>
              <a:rPr lang="en-US" sz="1600" dirty="0"/>
            </a:br>
            <a:r>
              <a:rPr lang="en-US" sz="1100" dirty="0"/>
              <a:t>Sample Apps Overview, Java Samples, Kotlin Samples, Extensions</a:t>
            </a:r>
          </a:p>
          <a:p>
            <a:pPr marL="514350" indent="-514350" algn="l">
              <a:spcBef>
                <a:spcPts val="1000"/>
              </a:spcBef>
              <a:buAutoNum type="arabicPeriod"/>
            </a:pPr>
            <a:r>
              <a:rPr lang="en-US" sz="1600" dirty="0"/>
              <a:t>Tools &amp; Documentation</a:t>
            </a:r>
            <a:br>
              <a:rPr lang="en-US" sz="1600" dirty="0"/>
            </a:br>
            <a:r>
              <a:rPr lang="en-US" sz="1100" dirty="0"/>
              <a:t>HPK Tool, Simulator, Documentation Guide</a:t>
            </a:r>
          </a:p>
        </p:txBody>
      </p:sp>
      <p:sp>
        <p:nvSpPr>
          <p:cNvPr id="8" name="TextBox 7">
            <a:extLst>
              <a:ext uri="{FF2B5EF4-FFF2-40B4-BE49-F238E27FC236}">
                <a16:creationId xmlns:a16="http://schemas.microsoft.com/office/drawing/2014/main" id="{28C55DC3-5BF4-62F0-D49A-504A450DBC96}"/>
              </a:ext>
            </a:extLst>
          </p:cNvPr>
          <p:cNvSpPr txBox="1"/>
          <p:nvPr/>
        </p:nvSpPr>
        <p:spPr>
          <a:xfrm>
            <a:off x="1004500" y="4019752"/>
            <a:ext cx="6841861" cy="413959"/>
          </a:xfrm>
          <a:prstGeom prst="rect">
            <a:avLst/>
          </a:prstGeom>
          <a:noFill/>
        </p:spPr>
        <p:txBody>
          <a:bodyPr wrap="square" lIns="0" tIns="0" rIns="0" bIns="0" rtlCol="0">
            <a:spAutoFit/>
          </a:bodyPr>
          <a:lstStyle/>
          <a:p>
            <a:pPr marL="342900" indent="-342900" algn="l">
              <a:lnSpc>
                <a:spcPct val="150000"/>
              </a:lnSpc>
              <a:spcBef>
                <a:spcPts val="1000"/>
              </a:spcBef>
              <a:buFont typeface="Wingdings" panose="05000000000000000000" pitchFamily="2" charset="2"/>
              <a:buChar char="§"/>
            </a:pPr>
            <a:r>
              <a:rPr lang="en-US" sz="2000" dirty="0"/>
              <a:t>Workpath SDK Library</a:t>
            </a:r>
            <a:endParaRPr lang="en-US" sz="1400" dirty="0"/>
          </a:p>
        </p:txBody>
      </p:sp>
      <p:graphicFrame>
        <p:nvGraphicFramePr>
          <p:cNvPr id="12" name="Object 11">
            <a:extLst>
              <a:ext uri="{FF2B5EF4-FFF2-40B4-BE49-F238E27FC236}">
                <a16:creationId xmlns:a16="http://schemas.microsoft.com/office/drawing/2014/main" id="{27A7E00B-8850-CA7A-4660-7E21AC346929}"/>
              </a:ext>
            </a:extLst>
          </p:cNvPr>
          <p:cNvGraphicFramePr>
            <a:graphicFrameLocks noChangeAspect="1"/>
          </p:cNvGraphicFramePr>
          <p:nvPr>
            <p:extLst>
              <p:ext uri="{D42A27DB-BD31-4B8C-83A1-F6EECF244321}">
                <p14:modId xmlns:p14="http://schemas.microsoft.com/office/powerpoint/2010/main" val="1651283028"/>
              </p:ext>
            </p:extLst>
          </p:nvPr>
        </p:nvGraphicFramePr>
        <p:xfrm>
          <a:off x="9179103" y="5393932"/>
          <a:ext cx="2288718" cy="1103489"/>
        </p:xfrm>
        <a:graphic>
          <a:graphicData uri="http://schemas.openxmlformats.org/presentationml/2006/ole">
            <mc:AlternateContent xmlns:mc="http://schemas.openxmlformats.org/markup-compatibility/2006">
              <mc:Choice xmlns:v="urn:schemas-microsoft-com:vml" Requires="v">
                <p:oleObj name="Packager Shell Object" showAsIcon="1" r:id="rId3" imgW="1066800" imgH="514350" progId="Package">
                  <p:embed/>
                </p:oleObj>
              </mc:Choice>
              <mc:Fallback>
                <p:oleObj name="Packager Shell Object" showAsIcon="1" r:id="rId3" imgW="1066800" imgH="514350" progId="Package">
                  <p:embed/>
                  <p:pic>
                    <p:nvPicPr>
                      <p:cNvPr id="0" name=""/>
                      <p:cNvPicPr/>
                      <p:nvPr/>
                    </p:nvPicPr>
                    <p:blipFill>
                      <a:blip r:embed="rId4"/>
                      <a:stretch>
                        <a:fillRect/>
                      </a:stretch>
                    </p:blipFill>
                    <p:spPr>
                      <a:xfrm>
                        <a:off x="9179103" y="5393932"/>
                        <a:ext cx="2288718" cy="1103489"/>
                      </a:xfrm>
                      <a:prstGeom prst="rect">
                        <a:avLst/>
                      </a:prstGeom>
                      <a:solidFill>
                        <a:srgbClr val="FFFF00"/>
                      </a:solidFill>
                    </p:spPr>
                  </p:pic>
                </p:oleObj>
              </mc:Fallback>
            </mc:AlternateContent>
          </a:graphicData>
        </a:graphic>
      </p:graphicFrame>
    </p:spTree>
    <p:extLst>
      <p:ext uri="{BB962C8B-B14F-4D97-AF65-F5344CB8AC3E}">
        <p14:creationId xmlns:p14="http://schemas.microsoft.com/office/powerpoint/2010/main" val="643343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4" y="372940"/>
            <a:ext cx="8306977" cy="920750"/>
          </a:xfrm>
        </p:spPr>
        <p:txBody>
          <a:bodyPr/>
          <a:lstStyle/>
          <a:p>
            <a:r>
              <a:rPr lang="en-US" dirty="0"/>
              <a:t>Workpath Development Workflow</a:t>
            </a:r>
            <a:endParaRPr lang="en-US" sz="3600" dirty="0">
              <a:solidFill>
                <a:schemeClr val="bg1">
                  <a:lumMod val="50000"/>
                </a:schemeClr>
              </a:solidFill>
            </a:endParaRPr>
          </a:p>
        </p:txBody>
      </p:sp>
      <p:sp>
        <p:nvSpPr>
          <p:cNvPr id="4" name="Rounded Rectangle 3">
            <a:extLst>
              <a:ext uri="{FF2B5EF4-FFF2-40B4-BE49-F238E27FC236}">
                <a16:creationId xmlns:a16="http://schemas.microsoft.com/office/drawing/2014/main" id="{0E33AFA8-9219-A066-B62B-59C76682BDE5}"/>
              </a:ext>
            </a:extLst>
          </p:cNvPr>
          <p:cNvSpPr/>
          <p:nvPr/>
        </p:nvSpPr>
        <p:spPr>
          <a:xfrm>
            <a:off x="559941" y="1866815"/>
            <a:ext cx="2468880" cy="594360"/>
          </a:xfrm>
          <a:prstGeom prst="roundRect">
            <a:avLst/>
          </a:prstGeom>
          <a:solidFill>
            <a:srgbClr val="FDEBD0"/>
          </a:solidFill>
          <a:ln w="22860">
            <a:solidFill>
              <a:srgbClr val="E67E2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784212"/>
                </a:solidFill>
              </a:rPr>
              <a:t>1. Requirement &amp;
Prioritization</a:t>
            </a:r>
          </a:p>
        </p:txBody>
      </p:sp>
      <p:cxnSp>
        <p:nvCxnSpPr>
          <p:cNvPr id="5" name="Connector 4">
            <a:extLst>
              <a:ext uri="{FF2B5EF4-FFF2-40B4-BE49-F238E27FC236}">
                <a16:creationId xmlns:a16="http://schemas.microsoft.com/office/drawing/2014/main" id="{7FFCDDED-B7DE-D70C-C6CC-C824ED9F1810}"/>
              </a:ext>
            </a:extLst>
          </p:cNvPr>
          <p:cNvCxnSpPr/>
          <p:nvPr/>
        </p:nvCxnSpPr>
        <p:spPr>
          <a:xfrm>
            <a:off x="3028821" y="2163995"/>
            <a:ext cx="320040" cy="0"/>
          </a:xfrm>
          <a:prstGeom prst="line">
            <a:avLst/>
          </a:prstGeom>
          <a:ln w="31750">
            <a:solidFill>
              <a:srgbClr val="999999"/>
            </a:solidFill>
          </a:ln>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D534B98E-3F13-4331-7551-20D1D69F7F53}"/>
              </a:ext>
            </a:extLst>
          </p:cNvPr>
          <p:cNvSpPr/>
          <p:nvPr/>
        </p:nvSpPr>
        <p:spPr>
          <a:xfrm>
            <a:off x="3348861" y="1866815"/>
            <a:ext cx="2468880" cy="594360"/>
          </a:xfrm>
          <a:prstGeom prst="roundRect">
            <a:avLst/>
          </a:prstGeom>
          <a:solidFill>
            <a:srgbClr val="D6EAF8"/>
          </a:solidFill>
          <a:ln w="22860">
            <a:solidFill>
              <a:srgbClr val="2E86C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A5276"/>
                </a:solidFill>
              </a:rPr>
              <a:t>2. Development</a:t>
            </a:r>
          </a:p>
        </p:txBody>
      </p:sp>
      <p:cxnSp>
        <p:nvCxnSpPr>
          <p:cNvPr id="7" name="Connector 6">
            <a:extLst>
              <a:ext uri="{FF2B5EF4-FFF2-40B4-BE49-F238E27FC236}">
                <a16:creationId xmlns:a16="http://schemas.microsoft.com/office/drawing/2014/main" id="{C68867FF-D111-08EE-CF98-AF25720B1352}"/>
              </a:ext>
            </a:extLst>
          </p:cNvPr>
          <p:cNvCxnSpPr/>
          <p:nvPr/>
        </p:nvCxnSpPr>
        <p:spPr>
          <a:xfrm>
            <a:off x="5817741" y="2163995"/>
            <a:ext cx="320040" cy="0"/>
          </a:xfrm>
          <a:prstGeom prst="line">
            <a:avLst/>
          </a:prstGeom>
          <a:ln w="31750">
            <a:solidFill>
              <a:srgbClr val="999999"/>
            </a:solidFill>
          </a:ln>
        </p:spPr>
        <p:style>
          <a:lnRef idx="2">
            <a:schemeClr val="accent1"/>
          </a:lnRef>
          <a:fillRef idx="0">
            <a:schemeClr val="accent1"/>
          </a:fillRef>
          <a:effectRef idx="1">
            <a:schemeClr val="accent1"/>
          </a:effectRef>
          <a:fontRef idx="minor">
            <a:schemeClr val="tx1"/>
          </a:fontRef>
        </p:style>
      </p:cxnSp>
      <p:sp>
        <p:nvSpPr>
          <p:cNvPr id="8" name="Rounded Rectangle 7">
            <a:extLst>
              <a:ext uri="{FF2B5EF4-FFF2-40B4-BE49-F238E27FC236}">
                <a16:creationId xmlns:a16="http://schemas.microsoft.com/office/drawing/2014/main" id="{4DDFF8F1-2935-266A-5339-C4CE6A65E3EE}"/>
              </a:ext>
            </a:extLst>
          </p:cNvPr>
          <p:cNvSpPr/>
          <p:nvPr/>
        </p:nvSpPr>
        <p:spPr>
          <a:xfrm>
            <a:off x="6137781" y="1866815"/>
            <a:ext cx="2468880" cy="594360"/>
          </a:xfrm>
          <a:prstGeom prst="roundRect">
            <a:avLst/>
          </a:prstGeom>
          <a:solidFill>
            <a:srgbClr val="E8DAEF"/>
          </a:solidFill>
          <a:ln w="22860">
            <a:solidFill>
              <a:srgbClr val="8E44A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6C3483"/>
                </a:solidFill>
              </a:rPr>
              <a:t>3. SDK Qualification</a:t>
            </a:r>
          </a:p>
        </p:txBody>
      </p:sp>
      <p:cxnSp>
        <p:nvCxnSpPr>
          <p:cNvPr id="9" name="Connector 8">
            <a:extLst>
              <a:ext uri="{FF2B5EF4-FFF2-40B4-BE49-F238E27FC236}">
                <a16:creationId xmlns:a16="http://schemas.microsoft.com/office/drawing/2014/main" id="{E5A846F1-7BA4-1752-21E4-0BBFDC5EB513}"/>
              </a:ext>
            </a:extLst>
          </p:cNvPr>
          <p:cNvCxnSpPr/>
          <p:nvPr/>
        </p:nvCxnSpPr>
        <p:spPr>
          <a:xfrm>
            <a:off x="8606661" y="2163995"/>
            <a:ext cx="320040" cy="0"/>
          </a:xfrm>
          <a:prstGeom prst="line">
            <a:avLst/>
          </a:prstGeom>
          <a:ln w="31750">
            <a:solidFill>
              <a:srgbClr val="999999"/>
            </a:solidFill>
          </a:ln>
        </p:spPr>
        <p:style>
          <a:lnRef idx="2">
            <a:schemeClr val="accent1"/>
          </a:lnRef>
          <a:fillRef idx="0">
            <a:schemeClr val="accent1"/>
          </a:fillRef>
          <a:effectRef idx="1">
            <a:schemeClr val="accent1"/>
          </a:effectRef>
          <a:fontRef idx="minor">
            <a:schemeClr val="tx1"/>
          </a:fontRef>
        </p:style>
      </p:cxnSp>
      <p:sp>
        <p:nvSpPr>
          <p:cNvPr id="10" name="Rounded Rectangle 9">
            <a:extLst>
              <a:ext uri="{FF2B5EF4-FFF2-40B4-BE49-F238E27FC236}">
                <a16:creationId xmlns:a16="http://schemas.microsoft.com/office/drawing/2014/main" id="{A6D0033F-0DEF-BAA5-44C9-6F92C3806BD2}"/>
              </a:ext>
            </a:extLst>
          </p:cNvPr>
          <p:cNvSpPr/>
          <p:nvPr/>
        </p:nvSpPr>
        <p:spPr>
          <a:xfrm>
            <a:off x="8926701" y="1866815"/>
            <a:ext cx="2468880" cy="594360"/>
          </a:xfrm>
          <a:prstGeom prst="roundRect">
            <a:avLst/>
          </a:prstGeom>
          <a:solidFill>
            <a:srgbClr val="82E0AA"/>
          </a:solidFill>
          <a:ln w="22860">
            <a:solidFill>
              <a:srgbClr val="1E84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45A32"/>
                </a:solidFill>
              </a:rPr>
              <a:t>4. SDK Package
Release</a:t>
            </a:r>
          </a:p>
        </p:txBody>
      </p:sp>
      <p:sp>
        <p:nvSpPr>
          <p:cNvPr id="11" name="TextBox 10">
            <a:extLst>
              <a:ext uri="{FF2B5EF4-FFF2-40B4-BE49-F238E27FC236}">
                <a16:creationId xmlns:a16="http://schemas.microsoft.com/office/drawing/2014/main" id="{3BFA3046-E0FF-9BE6-18FB-5940B4E44E1A}"/>
              </a:ext>
            </a:extLst>
          </p:cNvPr>
          <p:cNvSpPr txBox="1"/>
          <p:nvPr/>
        </p:nvSpPr>
        <p:spPr>
          <a:xfrm>
            <a:off x="559941" y="2689775"/>
            <a:ext cx="2514600" cy="228600"/>
          </a:xfrm>
          <a:prstGeom prst="rect">
            <a:avLst/>
          </a:prstGeom>
          <a:noFill/>
        </p:spPr>
        <p:txBody>
          <a:bodyPr wrap="square">
            <a:spAutoFit/>
          </a:bodyPr>
          <a:lstStyle/>
          <a:p>
            <a:pPr algn="l"/>
            <a:r>
              <a:rPr sz="1000" b="1">
                <a:solidFill>
                  <a:srgbClr val="E67E22"/>
                </a:solidFill>
              </a:rPr>
              <a:t>Key Activities</a:t>
            </a:r>
          </a:p>
        </p:txBody>
      </p:sp>
      <p:sp>
        <p:nvSpPr>
          <p:cNvPr id="12" name="TextBox 11">
            <a:extLst>
              <a:ext uri="{FF2B5EF4-FFF2-40B4-BE49-F238E27FC236}">
                <a16:creationId xmlns:a16="http://schemas.microsoft.com/office/drawing/2014/main" id="{EB766CA2-F0F3-639A-A98E-D13D4E992C92}"/>
              </a:ext>
            </a:extLst>
          </p:cNvPr>
          <p:cNvSpPr txBox="1"/>
          <p:nvPr/>
        </p:nvSpPr>
        <p:spPr>
          <a:xfrm>
            <a:off x="559941" y="2918375"/>
            <a:ext cx="2514600" cy="854080"/>
          </a:xfrm>
          <a:prstGeom prst="rect">
            <a:avLst/>
          </a:prstGeom>
          <a:noFill/>
        </p:spPr>
        <p:txBody>
          <a:bodyPr wrap="square">
            <a:spAutoFit/>
          </a:bodyPr>
          <a:lstStyle/>
          <a:p>
            <a:pPr>
              <a:spcBef>
                <a:spcPts val="300"/>
              </a:spcBef>
              <a:spcAft>
                <a:spcPts val="0"/>
              </a:spcAft>
            </a:pPr>
            <a:r>
              <a:rPr sz="1050" dirty="0">
                <a:solidFill>
                  <a:srgbClr val="333333"/>
                </a:solidFill>
              </a:rPr>
              <a:t>• Collect requirements from customers</a:t>
            </a:r>
          </a:p>
          <a:p>
            <a:pPr>
              <a:spcBef>
                <a:spcPts val="300"/>
              </a:spcBef>
              <a:spcAft>
                <a:spcPts val="0"/>
              </a:spcAft>
            </a:pPr>
            <a:r>
              <a:rPr sz="1050" dirty="0">
                <a:solidFill>
                  <a:srgbClr val="333333"/>
                </a:solidFill>
              </a:rPr>
              <a:t>• Register Epic/Bug/Story in JIRA</a:t>
            </a:r>
          </a:p>
          <a:p>
            <a:pPr>
              <a:spcBef>
                <a:spcPts val="300"/>
              </a:spcBef>
              <a:spcAft>
                <a:spcPts val="0"/>
              </a:spcAft>
            </a:pPr>
            <a:r>
              <a:rPr sz="1050" dirty="0">
                <a:solidFill>
                  <a:srgbClr val="333333"/>
                </a:solidFill>
              </a:rPr>
              <a:t>• Evaluate priority, effort, schedule</a:t>
            </a:r>
          </a:p>
          <a:p>
            <a:pPr>
              <a:spcBef>
                <a:spcPts val="300"/>
              </a:spcBef>
              <a:spcAft>
                <a:spcPts val="0"/>
              </a:spcAft>
            </a:pPr>
            <a:r>
              <a:rPr sz="1050" dirty="0">
                <a:solidFill>
                  <a:srgbClr val="333333"/>
                </a:solidFill>
              </a:rPr>
              <a:t>• Management approval</a:t>
            </a:r>
            <a:endParaRPr lang="en-US" sz="1050" dirty="0">
              <a:solidFill>
                <a:srgbClr val="333333"/>
              </a:solidFill>
            </a:endParaRPr>
          </a:p>
        </p:txBody>
      </p:sp>
      <p:sp>
        <p:nvSpPr>
          <p:cNvPr id="13" name="Rounded Rectangle 12">
            <a:extLst>
              <a:ext uri="{FF2B5EF4-FFF2-40B4-BE49-F238E27FC236}">
                <a16:creationId xmlns:a16="http://schemas.microsoft.com/office/drawing/2014/main" id="{780E0044-CB8F-6593-812A-7C2EA60B634C}"/>
              </a:ext>
            </a:extLst>
          </p:cNvPr>
          <p:cNvSpPr/>
          <p:nvPr/>
        </p:nvSpPr>
        <p:spPr>
          <a:xfrm>
            <a:off x="559941" y="4776201"/>
            <a:ext cx="2514600" cy="789055"/>
          </a:xfrm>
          <a:prstGeom prst="roundRect">
            <a:avLst/>
          </a:prstGeom>
          <a:solidFill>
            <a:srgbClr val="F0F0F0"/>
          </a:solidFill>
          <a:ln w="12700">
            <a:solidFill>
              <a:srgbClr val="BBBBBB"/>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r>
              <a:rPr sz="1200" b="1" dirty="0">
                <a:solidFill>
                  <a:srgbClr val="1A5276"/>
                </a:solidFill>
              </a:rPr>
              <a:t>Output </a:t>
            </a:r>
            <a:endParaRPr lang="en-US" sz="1200" b="1" dirty="0">
              <a:solidFill>
                <a:srgbClr val="1A5276"/>
              </a:solidFill>
            </a:endParaRPr>
          </a:p>
          <a:p>
            <a:pPr algn="l"/>
            <a:r>
              <a:rPr sz="1200" b="0" dirty="0">
                <a:solidFill>
                  <a:srgbClr val="333333"/>
                </a:solidFill>
              </a:rPr>
              <a:t>Confirmed release plan and scope</a:t>
            </a:r>
          </a:p>
        </p:txBody>
      </p:sp>
      <p:sp>
        <p:nvSpPr>
          <p:cNvPr id="14" name="TextBox 13">
            <a:extLst>
              <a:ext uri="{FF2B5EF4-FFF2-40B4-BE49-F238E27FC236}">
                <a16:creationId xmlns:a16="http://schemas.microsoft.com/office/drawing/2014/main" id="{4A60A25E-1370-FA54-A659-2F2E5CB1905D}"/>
              </a:ext>
            </a:extLst>
          </p:cNvPr>
          <p:cNvSpPr txBox="1"/>
          <p:nvPr/>
        </p:nvSpPr>
        <p:spPr>
          <a:xfrm>
            <a:off x="3348861" y="2689775"/>
            <a:ext cx="2514600" cy="228600"/>
          </a:xfrm>
          <a:prstGeom prst="rect">
            <a:avLst/>
          </a:prstGeom>
          <a:noFill/>
        </p:spPr>
        <p:txBody>
          <a:bodyPr wrap="square">
            <a:spAutoFit/>
          </a:bodyPr>
          <a:lstStyle/>
          <a:p>
            <a:pPr algn="l"/>
            <a:r>
              <a:rPr sz="1000" b="1">
                <a:solidFill>
                  <a:srgbClr val="2E86C1"/>
                </a:solidFill>
              </a:rPr>
              <a:t>Key Activities</a:t>
            </a:r>
          </a:p>
        </p:txBody>
      </p:sp>
      <p:sp>
        <p:nvSpPr>
          <p:cNvPr id="15" name="TextBox 14">
            <a:extLst>
              <a:ext uri="{FF2B5EF4-FFF2-40B4-BE49-F238E27FC236}">
                <a16:creationId xmlns:a16="http://schemas.microsoft.com/office/drawing/2014/main" id="{66AE2EB5-CE30-BDCE-8718-877DD5E99CB2}"/>
              </a:ext>
            </a:extLst>
          </p:cNvPr>
          <p:cNvSpPr txBox="1"/>
          <p:nvPr/>
        </p:nvSpPr>
        <p:spPr>
          <a:xfrm>
            <a:off x="3348861" y="2918375"/>
            <a:ext cx="2620424" cy="1615827"/>
          </a:xfrm>
          <a:prstGeom prst="rect">
            <a:avLst/>
          </a:prstGeom>
          <a:noFill/>
        </p:spPr>
        <p:txBody>
          <a:bodyPr wrap="square">
            <a:spAutoFit/>
          </a:bodyPr>
          <a:lstStyle/>
          <a:p>
            <a:pPr>
              <a:spcBef>
                <a:spcPts val="300"/>
              </a:spcBef>
              <a:spcAft>
                <a:spcPts val="0"/>
              </a:spcAft>
            </a:pPr>
            <a:r>
              <a:rPr sz="1050" dirty="0">
                <a:solidFill>
                  <a:srgbClr val="333333"/>
                </a:solidFill>
              </a:rPr>
              <a:t>• Epic Review – High Level Design</a:t>
            </a:r>
          </a:p>
          <a:p>
            <a:pPr>
              <a:spcBef>
                <a:spcPts val="300"/>
              </a:spcBef>
              <a:spcAft>
                <a:spcPts val="0"/>
              </a:spcAft>
            </a:pPr>
            <a:r>
              <a:rPr sz="1050" dirty="0">
                <a:solidFill>
                  <a:srgbClr val="333333"/>
                </a:solidFill>
              </a:rPr>
              <a:t>• Epic Analysis – Detail Design &amp; Break-down</a:t>
            </a:r>
          </a:p>
          <a:p>
            <a:pPr>
              <a:spcBef>
                <a:spcPts val="300"/>
              </a:spcBef>
              <a:spcAft>
                <a:spcPts val="0"/>
              </a:spcAft>
            </a:pPr>
            <a:r>
              <a:rPr sz="1050" dirty="0">
                <a:solidFill>
                  <a:srgbClr val="333333"/>
                </a:solidFill>
              </a:rPr>
              <a:t>• Epic Backlog – Assignee &amp; Acceptance Criteria</a:t>
            </a:r>
          </a:p>
          <a:p>
            <a:pPr>
              <a:spcBef>
                <a:spcPts val="300"/>
              </a:spcBef>
              <a:spcAft>
                <a:spcPts val="0"/>
              </a:spcAft>
            </a:pPr>
            <a:r>
              <a:rPr sz="1050" dirty="0">
                <a:solidFill>
                  <a:srgbClr val="333333"/>
                </a:solidFill>
              </a:rPr>
              <a:t>• Epic Kickoff – Development Preparation</a:t>
            </a:r>
          </a:p>
          <a:p>
            <a:pPr>
              <a:spcBef>
                <a:spcPts val="300"/>
              </a:spcBef>
              <a:spcAft>
                <a:spcPts val="0"/>
              </a:spcAft>
            </a:pPr>
            <a:r>
              <a:rPr sz="1050" dirty="0">
                <a:solidFill>
                  <a:srgbClr val="333333"/>
                </a:solidFill>
              </a:rPr>
              <a:t>• Epic Implementing – Implementation</a:t>
            </a:r>
          </a:p>
          <a:p>
            <a:pPr>
              <a:spcBef>
                <a:spcPts val="300"/>
              </a:spcBef>
              <a:spcAft>
                <a:spcPts val="0"/>
              </a:spcAft>
            </a:pPr>
            <a:r>
              <a:rPr sz="1050" dirty="0">
                <a:solidFill>
                  <a:srgbClr val="333333"/>
                </a:solidFill>
              </a:rPr>
              <a:t>• Epic Qualification – Epic Test</a:t>
            </a:r>
          </a:p>
          <a:p>
            <a:pPr>
              <a:spcBef>
                <a:spcPts val="300"/>
              </a:spcBef>
              <a:spcAft>
                <a:spcPts val="0"/>
              </a:spcAft>
            </a:pPr>
            <a:r>
              <a:rPr sz="1050" dirty="0">
                <a:solidFill>
                  <a:srgbClr val="333333"/>
                </a:solidFill>
              </a:rPr>
              <a:t>• Epic Close – Quality Review</a:t>
            </a:r>
          </a:p>
        </p:txBody>
      </p:sp>
      <p:sp>
        <p:nvSpPr>
          <p:cNvPr id="16" name="Rounded Rectangle 15">
            <a:extLst>
              <a:ext uri="{FF2B5EF4-FFF2-40B4-BE49-F238E27FC236}">
                <a16:creationId xmlns:a16="http://schemas.microsoft.com/office/drawing/2014/main" id="{14C7ED3D-1BEF-6BE7-F996-D05761DA1E98}"/>
              </a:ext>
            </a:extLst>
          </p:cNvPr>
          <p:cNvSpPr/>
          <p:nvPr/>
        </p:nvSpPr>
        <p:spPr>
          <a:xfrm>
            <a:off x="3348861" y="4776201"/>
            <a:ext cx="2514600" cy="789055"/>
          </a:xfrm>
          <a:prstGeom prst="roundRect">
            <a:avLst/>
          </a:prstGeom>
          <a:solidFill>
            <a:srgbClr val="F0F0F0"/>
          </a:solidFill>
          <a:ln w="12700">
            <a:solidFill>
              <a:srgbClr val="BBBBBB"/>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r>
              <a:rPr sz="1200" b="1" dirty="0">
                <a:solidFill>
                  <a:srgbClr val="1A5276"/>
                </a:solidFill>
              </a:rPr>
              <a:t>Output</a:t>
            </a:r>
            <a:endParaRPr lang="en-US" sz="1200" b="1" dirty="0">
              <a:solidFill>
                <a:srgbClr val="1A5276"/>
              </a:solidFill>
            </a:endParaRPr>
          </a:p>
          <a:p>
            <a:pPr algn="l"/>
            <a:r>
              <a:rPr sz="1200" b="0" dirty="0">
                <a:solidFill>
                  <a:srgbClr val="333333"/>
                </a:solidFill>
              </a:rPr>
              <a:t>Implemented SDK Package + </a:t>
            </a:r>
            <a:r>
              <a:rPr lang="en-US" sz="1200" b="0" dirty="0">
                <a:solidFill>
                  <a:srgbClr val="333333"/>
                </a:solidFill>
              </a:rPr>
              <a:t>Firmware</a:t>
            </a:r>
            <a:r>
              <a:rPr sz="1200" b="0" dirty="0">
                <a:solidFill>
                  <a:srgbClr val="333333"/>
                </a:solidFill>
              </a:rPr>
              <a:t> changes with test results</a:t>
            </a:r>
          </a:p>
        </p:txBody>
      </p:sp>
      <p:sp>
        <p:nvSpPr>
          <p:cNvPr id="17" name="TextBox 16">
            <a:extLst>
              <a:ext uri="{FF2B5EF4-FFF2-40B4-BE49-F238E27FC236}">
                <a16:creationId xmlns:a16="http://schemas.microsoft.com/office/drawing/2014/main" id="{C5723212-B648-6C8A-3FB3-EBAAEA0D9FD2}"/>
              </a:ext>
            </a:extLst>
          </p:cNvPr>
          <p:cNvSpPr txBox="1"/>
          <p:nvPr/>
        </p:nvSpPr>
        <p:spPr>
          <a:xfrm>
            <a:off x="6137781" y="2689775"/>
            <a:ext cx="2514600" cy="228600"/>
          </a:xfrm>
          <a:prstGeom prst="rect">
            <a:avLst/>
          </a:prstGeom>
          <a:noFill/>
        </p:spPr>
        <p:txBody>
          <a:bodyPr wrap="square">
            <a:spAutoFit/>
          </a:bodyPr>
          <a:lstStyle/>
          <a:p>
            <a:pPr algn="l"/>
            <a:r>
              <a:rPr sz="1000" b="1">
                <a:solidFill>
                  <a:srgbClr val="8E44AD"/>
                </a:solidFill>
              </a:rPr>
              <a:t>Key Activities</a:t>
            </a:r>
          </a:p>
        </p:txBody>
      </p:sp>
      <p:sp>
        <p:nvSpPr>
          <p:cNvPr id="18" name="TextBox 17">
            <a:extLst>
              <a:ext uri="{FF2B5EF4-FFF2-40B4-BE49-F238E27FC236}">
                <a16:creationId xmlns:a16="http://schemas.microsoft.com/office/drawing/2014/main" id="{B4BAE3B9-BCFD-0572-3413-35470AB826F2}"/>
              </a:ext>
            </a:extLst>
          </p:cNvPr>
          <p:cNvSpPr txBox="1"/>
          <p:nvPr/>
        </p:nvSpPr>
        <p:spPr>
          <a:xfrm>
            <a:off x="6137781" y="2918375"/>
            <a:ext cx="2514600" cy="1054135"/>
          </a:xfrm>
          <a:prstGeom prst="rect">
            <a:avLst/>
          </a:prstGeom>
          <a:noFill/>
        </p:spPr>
        <p:txBody>
          <a:bodyPr wrap="square">
            <a:spAutoFit/>
          </a:bodyPr>
          <a:lstStyle/>
          <a:p>
            <a:pPr>
              <a:spcBef>
                <a:spcPts val="300"/>
              </a:spcBef>
              <a:spcAft>
                <a:spcPts val="0"/>
              </a:spcAft>
            </a:pPr>
            <a:r>
              <a:rPr sz="1050">
                <a:solidFill>
                  <a:srgbClr val="333333"/>
                </a:solidFill>
              </a:rPr>
              <a:t>• Consolidate all changes (Epics, Bugs)</a:t>
            </a:r>
          </a:p>
          <a:p>
            <a:pPr>
              <a:spcBef>
                <a:spcPts val="300"/>
              </a:spcBef>
              <a:spcAft>
                <a:spcPts val="0"/>
              </a:spcAft>
            </a:pPr>
            <a:r>
              <a:rPr sz="1050">
                <a:solidFill>
                  <a:srgbClr val="333333"/>
                </a:solidFill>
              </a:rPr>
              <a:t>• Build Firmware &amp; SDK Package</a:t>
            </a:r>
          </a:p>
          <a:p>
            <a:pPr>
              <a:spcBef>
                <a:spcPts val="300"/>
              </a:spcBef>
              <a:spcAft>
                <a:spcPts val="0"/>
              </a:spcAft>
            </a:pPr>
            <a:r>
              <a:rPr sz="1050">
                <a:solidFill>
                  <a:srgbClr val="333333"/>
                </a:solidFill>
              </a:rPr>
              <a:t>• Deliver to Qualification team</a:t>
            </a:r>
          </a:p>
          <a:p>
            <a:pPr>
              <a:spcBef>
                <a:spcPts val="300"/>
              </a:spcBef>
              <a:spcAft>
                <a:spcPts val="0"/>
              </a:spcAft>
            </a:pPr>
            <a:r>
              <a:rPr sz="1050">
                <a:solidFill>
                  <a:srgbClr val="333333"/>
                </a:solidFill>
              </a:rPr>
              <a:t>• Full validation</a:t>
            </a:r>
          </a:p>
          <a:p>
            <a:pPr>
              <a:spcBef>
                <a:spcPts val="300"/>
              </a:spcBef>
              <a:spcAft>
                <a:spcPts val="0"/>
              </a:spcAft>
            </a:pPr>
            <a:r>
              <a:rPr sz="1050">
                <a:solidFill>
                  <a:srgbClr val="333333"/>
                </a:solidFill>
              </a:rPr>
              <a:t>• Pass → Approved / Fail → Fix &amp; Retest</a:t>
            </a:r>
          </a:p>
        </p:txBody>
      </p:sp>
      <p:sp>
        <p:nvSpPr>
          <p:cNvPr id="19" name="Rounded Rectangle 18">
            <a:extLst>
              <a:ext uri="{FF2B5EF4-FFF2-40B4-BE49-F238E27FC236}">
                <a16:creationId xmlns:a16="http://schemas.microsoft.com/office/drawing/2014/main" id="{CCE5B28F-D1E9-117D-F660-9F31D2E57020}"/>
              </a:ext>
            </a:extLst>
          </p:cNvPr>
          <p:cNvSpPr/>
          <p:nvPr/>
        </p:nvSpPr>
        <p:spPr>
          <a:xfrm>
            <a:off x="6137781" y="4776201"/>
            <a:ext cx="2514600" cy="789055"/>
          </a:xfrm>
          <a:prstGeom prst="roundRect">
            <a:avLst/>
          </a:prstGeom>
          <a:solidFill>
            <a:srgbClr val="F0F0F0"/>
          </a:solidFill>
          <a:ln w="12700">
            <a:solidFill>
              <a:srgbClr val="BBBBBB"/>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r>
              <a:rPr sz="1200" b="1" dirty="0">
                <a:solidFill>
                  <a:srgbClr val="1A5276"/>
                </a:solidFill>
              </a:rPr>
              <a:t>Output</a:t>
            </a:r>
            <a:endParaRPr lang="en-US" sz="1200" b="1" dirty="0">
              <a:solidFill>
                <a:srgbClr val="1A5276"/>
              </a:solidFill>
            </a:endParaRPr>
          </a:p>
          <a:p>
            <a:pPr algn="l"/>
            <a:r>
              <a:rPr sz="1200" b="0" dirty="0">
                <a:solidFill>
                  <a:srgbClr val="333333"/>
                </a:solidFill>
              </a:rPr>
              <a:t>Qualification-approved SDK package</a:t>
            </a:r>
          </a:p>
        </p:txBody>
      </p:sp>
      <p:sp>
        <p:nvSpPr>
          <p:cNvPr id="20" name="TextBox 19">
            <a:extLst>
              <a:ext uri="{FF2B5EF4-FFF2-40B4-BE49-F238E27FC236}">
                <a16:creationId xmlns:a16="http://schemas.microsoft.com/office/drawing/2014/main" id="{5CD47122-FAB3-06E8-2868-84C289B117C6}"/>
              </a:ext>
            </a:extLst>
          </p:cNvPr>
          <p:cNvSpPr txBox="1"/>
          <p:nvPr/>
        </p:nvSpPr>
        <p:spPr>
          <a:xfrm>
            <a:off x="8926701" y="2689775"/>
            <a:ext cx="2514600" cy="228600"/>
          </a:xfrm>
          <a:prstGeom prst="rect">
            <a:avLst/>
          </a:prstGeom>
          <a:noFill/>
        </p:spPr>
        <p:txBody>
          <a:bodyPr wrap="square">
            <a:spAutoFit/>
          </a:bodyPr>
          <a:lstStyle/>
          <a:p>
            <a:pPr algn="l"/>
            <a:r>
              <a:rPr sz="1000" b="1">
                <a:solidFill>
                  <a:srgbClr val="1E8449"/>
                </a:solidFill>
              </a:rPr>
              <a:t>Key Activities</a:t>
            </a:r>
          </a:p>
        </p:txBody>
      </p:sp>
      <p:sp>
        <p:nvSpPr>
          <p:cNvPr id="21" name="TextBox 20">
            <a:extLst>
              <a:ext uri="{FF2B5EF4-FFF2-40B4-BE49-F238E27FC236}">
                <a16:creationId xmlns:a16="http://schemas.microsoft.com/office/drawing/2014/main" id="{BCCFCD54-6CD6-BA33-5813-5E9D7A8FAB8D}"/>
              </a:ext>
            </a:extLst>
          </p:cNvPr>
          <p:cNvSpPr txBox="1"/>
          <p:nvPr/>
        </p:nvSpPr>
        <p:spPr>
          <a:xfrm>
            <a:off x="8926701" y="2918375"/>
            <a:ext cx="2514600" cy="1254189"/>
          </a:xfrm>
          <a:prstGeom prst="rect">
            <a:avLst/>
          </a:prstGeom>
          <a:noFill/>
        </p:spPr>
        <p:txBody>
          <a:bodyPr wrap="square">
            <a:spAutoFit/>
          </a:bodyPr>
          <a:lstStyle/>
          <a:p>
            <a:pPr>
              <a:spcBef>
                <a:spcPts val="300"/>
              </a:spcBef>
              <a:spcAft>
                <a:spcPts val="0"/>
              </a:spcAft>
            </a:pPr>
            <a:r>
              <a:rPr sz="1050">
                <a:solidFill>
                  <a:srgbClr val="333333"/>
                </a:solidFill>
              </a:rPr>
              <a:t>• WorkpathLib.aar (Core SDK Library)</a:t>
            </a:r>
          </a:p>
          <a:p>
            <a:pPr>
              <a:spcBef>
                <a:spcPts val="300"/>
              </a:spcBef>
              <a:spcAft>
                <a:spcPts val="0"/>
              </a:spcAft>
            </a:pPr>
            <a:r>
              <a:rPr sz="1050">
                <a:solidFill>
                  <a:srgbClr val="333333"/>
                </a:solidFill>
              </a:rPr>
              <a:t>• API Documentation &amp; Feature Guides</a:t>
            </a:r>
          </a:p>
          <a:p>
            <a:pPr>
              <a:spcBef>
                <a:spcPts val="300"/>
              </a:spcBef>
              <a:spcAft>
                <a:spcPts val="0"/>
              </a:spcAft>
            </a:pPr>
            <a:r>
              <a:rPr sz="1050">
                <a:solidFill>
                  <a:srgbClr val="333333"/>
                </a:solidFill>
              </a:rPr>
              <a:t>• Sample Apps (Java + Kotlin)</a:t>
            </a:r>
          </a:p>
          <a:p>
            <a:pPr>
              <a:spcBef>
                <a:spcPts val="300"/>
              </a:spcBef>
              <a:spcAft>
                <a:spcPts val="0"/>
              </a:spcAft>
            </a:pPr>
            <a:r>
              <a:rPr sz="1050">
                <a:solidFill>
                  <a:srgbClr val="333333"/>
                </a:solidFill>
              </a:rPr>
              <a:t>• HPK Tool (Windows / Linux)</a:t>
            </a:r>
          </a:p>
          <a:p>
            <a:pPr>
              <a:spcBef>
                <a:spcPts val="300"/>
              </a:spcBef>
              <a:spcAft>
                <a:spcPts val="0"/>
              </a:spcAft>
            </a:pPr>
            <a:r>
              <a:rPr sz="1050">
                <a:solidFill>
                  <a:srgbClr val="333333"/>
                </a:solidFill>
              </a:rPr>
              <a:t>• Simulator</a:t>
            </a:r>
          </a:p>
          <a:p>
            <a:pPr>
              <a:spcBef>
                <a:spcPts val="300"/>
              </a:spcBef>
              <a:spcAft>
                <a:spcPts val="0"/>
              </a:spcAft>
            </a:pPr>
            <a:r>
              <a:rPr sz="1050">
                <a:solidFill>
                  <a:srgbClr val="333333"/>
                </a:solidFill>
              </a:rPr>
              <a:t>• Release Notes</a:t>
            </a:r>
          </a:p>
        </p:txBody>
      </p:sp>
      <p:sp>
        <p:nvSpPr>
          <p:cNvPr id="22" name="Rounded Rectangle 21">
            <a:extLst>
              <a:ext uri="{FF2B5EF4-FFF2-40B4-BE49-F238E27FC236}">
                <a16:creationId xmlns:a16="http://schemas.microsoft.com/office/drawing/2014/main" id="{D5490463-62DE-3DDD-C7C9-36C5D7035CC3}"/>
              </a:ext>
            </a:extLst>
          </p:cNvPr>
          <p:cNvSpPr/>
          <p:nvPr/>
        </p:nvSpPr>
        <p:spPr>
          <a:xfrm>
            <a:off x="8926701" y="4776201"/>
            <a:ext cx="2514600" cy="789055"/>
          </a:xfrm>
          <a:prstGeom prst="roundRect">
            <a:avLst/>
          </a:prstGeom>
          <a:solidFill>
            <a:srgbClr val="F0F0F0"/>
          </a:solidFill>
          <a:ln w="12700">
            <a:solidFill>
              <a:srgbClr val="BBBBBB"/>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r>
              <a:rPr sz="1200" b="1" dirty="0">
                <a:solidFill>
                  <a:srgbClr val="1A5276"/>
                </a:solidFill>
              </a:rPr>
              <a:t>Output</a:t>
            </a:r>
            <a:endParaRPr lang="en-US" sz="1200" b="1" dirty="0">
              <a:solidFill>
                <a:srgbClr val="1A5276"/>
              </a:solidFill>
            </a:endParaRPr>
          </a:p>
          <a:p>
            <a:pPr algn="l"/>
            <a:r>
              <a:rPr sz="1200" b="0" dirty="0">
                <a:solidFill>
                  <a:srgbClr val="333333"/>
                </a:solidFill>
              </a:rPr>
              <a:t>Published SDK package on HP Developer Site</a:t>
            </a:r>
          </a:p>
        </p:txBody>
      </p:sp>
      <p:graphicFrame>
        <p:nvGraphicFramePr>
          <p:cNvPr id="24" name="Object 23">
            <a:extLst>
              <a:ext uri="{FF2B5EF4-FFF2-40B4-BE49-F238E27FC236}">
                <a16:creationId xmlns:a16="http://schemas.microsoft.com/office/drawing/2014/main" id="{EC0864DB-01B5-C8DB-B7C9-AE658F520BC1}"/>
              </a:ext>
            </a:extLst>
          </p:cNvPr>
          <p:cNvGraphicFramePr>
            <a:graphicFrameLocks noChangeAspect="1"/>
          </p:cNvGraphicFramePr>
          <p:nvPr>
            <p:extLst>
              <p:ext uri="{D42A27DB-BD31-4B8C-83A1-F6EECF244321}">
                <p14:modId xmlns:p14="http://schemas.microsoft.com/office/powerpoint/2010/main" val="1044532782"/>
              </p:ext>
            </p:extLst>
          </p:nvPr>
        </p:nvGraphicFramePr>
        <p:xfrm>
          <a:off x="8723444" y="5794627"/>
          <a:ext cx="3065611" cy="890016"/>
        </p:xfrm>
        <a:graphic>
          <a:graphicData uri="http://schemas.openxmlformats.org/presentationml/2006/ole">
            <mc:AlternateContent xmlns:mc="http://schemas.openxmlformats.org/markup-compatibility/2006">
              <mc:Choice xmlns:v="urn:schemas-microsoft-com:vml" Requires="v">
                <p:oleObj name="Packager Shell Object" showAsIcon="1" r:id="rId3" imgW="1771784" imgH="514350" progId="Package">
                  <p:embed/>
                </p:oleObj>
              </mc:Choice>
              <mc:Fallback>
                <p:oleObj name="Packager Shell Object" showAsIcon="1" r:id="rId3" imgW="1771784" imgH="514350" progId="Package">
                  <p:embed/>
                  <p:pic>
                    <p:nvPicPr>
                      <p:cNvPr id="0" name=""/>
                      <p:cNvPicPr/>
                      <p:nvPr/>
                    </p:nvPicPr>
                    <p:blipFill>
                      <a:blip r:embed="rId4"/>
                      <a:stretch>
                        <a:fillRect/>
                      </a:stretch>
                    </p:blipFill>
                    <p:spPr>
                      <a:xfrm>
                        <a:off x="8723444" y="5794627"/>
                        <a:ext cx="3065611" cy="890016"/>
                      </a:xfrm>
                      <a:prstGeom prst="rect">
                        <a:avLst/>
                      </a:prstGeom>
                      <a:solidFill>
                        <a:srgbClr val="FFFF00"/>
                      </a:solidFill>
                    </p:spPr>
                  </p:pic>
                </p:oleObj>
              </mc:Fallback>
            </mc:AlternateContent>
          </a:graphicData>
        </a:graphic>
      </p:graphicFrame>
    </p:spTree>
    <p:extLst>
      <p:ext uri="{BB962C8B-B14F-4D97-AF65-F5344CB8AC3E}">
        <p14:creationId xmlns:p14="http://schemas.microsoft.com/office/powerpoint/2010/main" val="2841636024"/>
      </p:ext>
    </p:extLst>
  </p:cSld>
  <p:clrMapOvr>
    <a:masterClrMapping/>
  </p:clrMapOvr>
</p:sld>
</file>

<file path=ppt/theme/theme1.xml><?xml version="1.0" encoding="utf-8"?>
<a:theme xmlns:a="http://schemas.openxmlformats.org/drawingml/2006/main" name="HP Corporate Template 2022">
  <a:themeElements>
    <a:clrScheme name="HP Corporate Purple Template">
      <a:dk1>
        <a:sysClr val="windowText" lastClr="000000"/>
      </a:dk1>
      <a:lt1>
        <a:sysClr val="window" lastClr="FFFFFF"/>
      </a:lt1>
      <a:dk2>
        <a:srgbClr val="DCD8FD"/>
      </a:dk2>
      <a:lt2>
        <a:srgbClr val="E5E2FC"/>
      </a:lt2>
      <a:accent1>
        <a:srgbClr val="D4CFFC"/>
      </a:accent1>
      <a:accent2>
        <a:srgbClr val="CBC5FC"/>
      </a:accent2>
      <a:accent3>
        <a:srgbClr val="C2BBFB"/>
      </a:accent3>
      <a:accent4>
        <a:srgbClr val="BAB1FB"/>
      </a:accent4>
      <a:accent5>
        <a:srgbClr val="B1A8FA"/>
      </a:accent5>
      <a:accent6>
        <a:srgbClr val="A89EFA"/>
      </a:accent6>
      <a:hlink>
        <a:srgbClr val="060126"/>
      </a:hlink>
      <a:folHlink>
        <a:srgbClr val="A89EFA"/>
      </a:folHlink>
    </a:clrScheme>
    <a:fontScheme name="HP Corporate Template 2022">
      <a:majorFont>
        <a:latin typeface="Forma DJR Display"/>
        <a:ea typeface=""/>
        <a:cs typeface=""/>
      </a:majorFont>
      <a:minorFont>
        <a:latin typeface="Forma DJR Mic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6"/>
        </a:solidFill>
        <a:ln>
          <a:no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black">
        <a:ln w="1587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90000"/>
          </a:lnSpc>
          <a:spcBef>
            <a:spcPts val="1000"/>
          </a:spcBef>
          <a:defRPr sz="3000" dirty="0" smtClean="0"/>
        </a:defPPr>
      </a:lstStyle>
    </a:txDef>
  </a:objectDefaults>
  <a:extraClrSchemeLst/>
  <a:extLst>
    <a:ext uri="{05A4C25C-085E-4340-85A3-A5531E510DB2}">
      <thm15:themeFamily xmlns:thm15="http://schemas.microsoft.com/office/thememl/2012/main" name="HP_2022_Corporate Purple Template" id="{390788E9-A37B-4808-AAF7-B208A7D02122}" vid="{8AEB420B-F3C9-42F1-B04F-1BEF19BBAEE2}"/>
    </a:ext>
  </a:extLst>
</a:theme>
</file>

<file path=ppt/theme/theme2.xml><?xml version="1.0" encoding="utf-8"?>
<a:theme xmlns:a="http://schemas.openxmlformats.org/drawingml/2006/main" name="3_HP Corporate Template 2022">
  <a:themeElements>
    <a:clrScheme name="HP Corporate Template 2022">
      <a:dk1>
        <a:sysClr val="windowText" lastClr="000000"/>
      </a:dk1>
      <a:lt1>
        <a:sysClr val="window" lastClr="FFFFFF"/>
      </a:lt1>
      <a:dk2>
        <a:srgbClr val="4758F6"/>
      </a:dk2>
      <a:lt2>
        <a:srgbClr val="549EF8"/>
      </a:lt2>
      <a:accent1>
        <a:srgbClr val="0096D6"/>
      </a:accent1>
      <a:accent2>
        <a:srgbClr val="F8E569"/>
      </a:accent2>
      <a:accent3>
        <a:srgbClr val="DCF659"/>
      </a:accent3>
      <a:accent4>
        <a:srgbClr val="EF8D72"/>
      </a:accent4>
      <a:accent5>
        <a:srgbClr val="EF82F9"/>
      </a:accent5>
      <a:accent6>
        <a:srgbClr val="AA5BED"/>
      </a:accent6>
      <a:hlink>
        <a:srgbClr val="0096D6"/>
      </a:hlink>
      <a:folHlink>
        <a:srgbClr val="0096D6"/>
      </a:folHlink>
    </a:clrScheme>
    <a:fontScheme name="HP Corporate Template 2022">
      <a:majorFont>
        <a:latin typeface="Forma DJR Display"/>
        <a:ea typeface=""/>
        <a:cs typeface=""/>
      </a:majorFont>
      <a:minorFont>
        <a:latin typeface="Forma DJR Mic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bg2"/>
        </a:solidFill>
        <a:ln>
          <a:no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black">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64fe8c59-3550-437a-9cc1-69277fe2ea73" xsi:nil="true"/>
    <lcf76f155ced4ddcb4097134ff3c332f xmlns="718ae595-67a0-4be0-ae72-3c69ff17c8a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750C853FAA66E4C9785BEAC47035167" ma:contentTypeVersion="16" ma:contentTypeDescription="Create a new document." ma:contentTypeScope="" ma:versionID="452c4d15c5234560774cd3bc05ab60fa">
  <xsd:schema xmlns:xsd="http://www.w3.org/2001/XMLSchema" xmlns:xs="http://www.w3.org/2001/XMLSchema" xmlns:p="http://schemas.microsoft.com/office/2006/metadata/properties" xmlns:ns2="718ae595-67a0-4be0-ae72-3c69ff17c8a9" xmlns:ns3="d21d3187-feba-4fdd-b48f-fab28a0c0c9c" xmlns:ns4="64fe8c59-3550-437a-9cc1-69277fe2ea73" targetNamespace="http://schemas.microsoft.com/office/2006/metadata/properties" ma:root="true" ma:fieldsID="4191201d7e5dc9832caac577fdfba030" ns2:_="" ns3:_="" ns4:_="">
    <xsd:import namespace="718ae595-67a0-4be0-ae72-3c69ff17c8a9"/>
    <xsd:import namespace="d21d3187-feba-4fdd-b48f-fab28a0c0c9c"/>
    <xsd:import namespace="64fe8c59-3550-437a-9cc1-69277fe2ea7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OCR" minOccurs="0"/>
                <xsd:element ref="ns3:SharedWithUsers" minOccurs="0"/>
                <xsd:element ref="ns3:SharedWithDetails" minOccurs="0"/>
                <xsd:element ref="ns2:lcf76f155ced4ddcb4097134ff3c332f" minOccurs="0"/>
                <xsd:element ref="ns4:TaxCatchAll" minOccurs="0"/>
                <xsd:element ref="ns2:MediaServiceSearchProperties" minOccurs="0"/>
                <xsd:element ref="ns2:MediaServiceObjectDetectorVersion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8ae595-67a0-4be0-ae72-3c69ff17c8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97f403b-2b63-43ad-9c62-fa967f2a159f"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21d3187-feba-4fdd-b48f-fab28a0c0c9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4fe8c59-3550-437a-9cc1-69277fe2ea7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8857352-b870-4b8b-9ad6-3ee7b10f0d85}" ma:internalName="TaxCatchAll" ma:showField="CatchAllData" ma:web="d21d3187-feba-4fdd-b48f-fab28a0c0c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D6F5C1-8211-4198-98A1-BD1407EC31C5}">
  <ds:schemaRefs>
    <ds:schemaRef ds:uri="http://schemas.microsoft.com/sharepoint/v3/contenttype/forms"/>
  </ds:schemaRefs>
</ds:datastoreItem>
</file>

<file path=customXml/itemProps2.xml><?xml version="1.0" encoding="utf-8"?>
<ds:datastoreItem xmlns:ds="http://schemas.openxmlformats.org/officeDocument/2006/customXml" ds:itemID="{6D8392F2-A209-4A98-9225-78EC80ED19B7}">
  <ds:schemaRefs>
    <ds:schemaRef ds:uri="http://schemas.microsoft.com/office/2006/metadata/properties"/>
    <ds:schemaRef ds:uri="http://purl.org/dc/terms/"/>
    <ds:schemaRef ds:uri="http://www.w3.org/XML/1998/namespace"/>
    <ds:schemaRef ds:uri="http://purl.org/dc/elements/1.1/"/>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718ae595-67a0-4be0-ae72-3c69ff17c8a9"/>
    <ds:schemaRef ds:uri="d21d3187-feba-4fdd-b48f-fab28a0c0c9c"/>
    <ds:schemaRef ds:uri="64fe8c59-3550-437a-9cc1-69277fe2ea73"/>
  </ds:schemaRefs>
</ds:datastoreItem>
</file>

<file path=customXml/itemProps3.xml><?xml version="1.0" encoding="utf-8"?>
<ds:datastoreItem xmlns:ds="http://schemas.openxmlformats.org/officeDocument/2006/customXml" ds:itemID="{6F253427-BE08-4341-8918-603484A15FA9}">
  <ds:schemaRefs>
    <ds:schemaRef ds:uri="64fe8c59-3550-437a-9cc1-69277fe2ea73"/>
    <ds:schemaRef ds:uri="718ae595-67a0-4be0-ae72-3c69ff17c8a9"/>
    <ds:schemaRef ds:uri="d21d3187-feba-4fdd-b48f-fab28a0c0c9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2525</TotalTime>
  <Words>885</Words>
  <Application>Microsoft Office PowerPoint</Application>
  <PresentationFormat>Widescreen</PresentationFormat>
  <Paragraphs>240</Paragraphs>
  <Slides>6</Slides>
  <Notes>6</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6</vt:i4>
      </vt:variant>
    </vt:vector>
  </HeadingPairs>
  <TitlesOfParts>
    <vt:vector size="16" baseType="lpstr">
      <vt:lpstr>Forma DJR Display</vt:lpstr>
      <vt:lpstr>Forma DJR Micro</vt:lpstr>
      <vt:lpstr>HP Simplified Light</vt:lpstr>
      <vt:lpstr>맑은 고딕</vt:lpstr>
      <vt:lpstr>Abadi</vt:lpstr>
      <vt:lpstr>Arial</vt:lpstr>
      <vt:lpstr>Wingdings</vt:lpstr>
      <vt:lpstr>HP Corporate Template 2022</vt:lpstr>
      <vt:lpstr>3_HP Corporate Template 2022</vt:lpstr>
      <vt:lpstr>Package</vt:lpstr>
      <vt:lpstr>HP Extensibility</vt:lpstr>
      <vt:lpstr>What is Workpath</vt:lpstr>
      <vt:lpstr>Workpath Platform Layered Architecture</vt:lpstr>
      <vt:lpstr>Workpath Platform Workpath SDK and Firmware</vt:lpstr>
      <vt:lpstr>Workpath KB</vt:lpstr>
      <vt:lpstr>Workpath Development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Kim, Suzie (Communications)</dc:creator>
  <cp:lastModifiedBy>Kim, Byoungyue (김병유_RnD SW)</cp:lastModifiedBy>
  <cp:revision>65</cp:revision>
  <dcterms:created xsi:type="dcterms:W3CDTF">2024-09-11T06:19:44Z</dcterms:created>
  <dcterms:modified xsi:type="dcterms:W3CDTF">2026-03-18T07:20:30Z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0x010100F750C853FAA66E4C9785BEAC47035167</vt:lpwstr>
  </property>
  <property fmtid="{D5CDD505-2E9C-101B-9397-08002B2CF9AE}" pid="3" name="MediaServiceImageTags">
    <vt:lpwstr/>
  </property>
</Properties>
</file>